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4"/>
  </p:sldMasterIdLst>
  <p:notesMasterIdLst>
    <p:notesMasterId r:id="rId34"/>
  </p:notesMasterIdLst>
  <p:sldIdLst>
    <p:sldId id="283" r:id="rId5"/>
    <p:sldId id="284" r:id="rId6"/>
    <p:sldId id="286" r:id="rId7"/>
    <p:sldId id="261" r:id="rId8"/>
    <p:sldId id="275" r:id="rId9"/>
    <p:sldId id="263" r:id="rId10"/>
    <p:sldId id="287" r:id="rId11"/>
    <p:sldId id="266" r:id="rId12"/>
    <p:sldId id="288" r:id="rId13"/>
    <p:sldId id="289" r:id="rId14"/>
    <p:sldId id="290" r:id="rId15"/>
    <p:sldId id="291" r:id="rId16"/>
    <p:sldId id="292" r:id="rId17"/>
    <p:sldId id="293" r:id="rId18"/>
    <p:sldId id="267" r:id="rId19"/>
    <p:sldId id="268" r:id="rId20"/>
    <p:sldId id="294" r:id="rId21"/>
    <p:sldId id="259" r:id="rId22"/>
    <p:sldId id="282" r:id="rId23"/>
    <p:sldId id="270" r:id="rId24"/>
    <p:sldId id="272" r:id="rId25"/>
    <p:sldId id="273" r:id="rId26"/>
    <p:sldId id="278" r:id="rId27"/>
    <p:sldId id="277" r:id="rId28"/>
    <p:sldId id="279" r:id="rId29"/>
    <p:sldId id="281" r:id="rId30"/>
    <p:sldId id="276" r:id="rId31"/>
    <p:sldId id="280" r:id="rId32"/>
    <p:sldId id="271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8EA2B6-8D17-4696-88FB-2944B4086170}" v="2" dt="2024-11-03T22:25:48.5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6283" autoAdjust="0"/>
  </p:normalViewPr>
  <p:slideViewPr>
    <p:cSldViewPr snapToGrid="0">
      <p:cViewPr varScale="1">
        <p:scale>
          <a:sx n="153" d="100"/>
          <a:sy n="153" d="100"/>
        </p:scale>
        <p:origin x="546" y="14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221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1462D78-2492-48E1-AAE8-5299EFB9F86C}" type="doc">
      <dgm:prSet loTypeId="urn:microsoft.com/office/officeart/2005/8/layout/hProcess4" loCatId="process" qsTypeId="urn:microsoft.com/office/officeart/2005/8/quickstyle/simple3" qsCatId="simple" csTypeId="urn:microsoft.com/office/officeart/2005/8/colors/colorful1" csCatId="colorful" phldr="1"/>
      <dgm:spPr/>
    </dgm:pt>
    <dgm:pt modelId="{195C6334-5EC8-4C9B-9018-6E3218D76A2D}">
      <dgm:prSet phldrT="[Text]"/>
      <dgm:spPr/>
      <dgm:t>
        <a:bodyPr/>
        <a:lstStyle/>
        <a:p>
          <a:r>
            <a:rPr lang="en-GB" dirty="0"/>
            <a:t>Step 1</a:t>
          </a:r>
        </a:p>
      </dgm:t>
    </dgm:pt>
    <dgm:pt modelId="{56581E5C-8A25-49CB-BD08-F1F23F8CAC18}" type="parTrans" cxnId="{AD225E1C-0DE2-4DC3-91DB-9968082C6FA9}">
      <dgm:prSet/>
      <dgm:spPr/>
      <dgm:t>
        <a:bodyPr/>
        <a:lstStyle/>
        <a:p>
          <a:endParaRPr lang="en-GB"/>
        </a:p>
      </dgm:t>
    </dgm:pt>
    <dgm:pt modelId="{64BF577C-B9BC-47E4-8A1E-9D130830A97D}" type="sibTrans" cxnId="{AD225E1C-0DE2-4DC3-91DB-9968082C6FA9}">
      <dgm:prSet/>
      <dgm:spPr/>
      <dgm:t>
        <a:bodyPr/>
        <a:lstStyle/>
        <a:p>
          <a:endParaRPr lang="en-GB"/>
        </a:p>
      </dgm:t>
    </dgm:pt>
    <dgm:pt modelId="{C512C3A2-44D0-4734-A49B-DA185C85B675}">
      <dgm:prSet/>
      <dgm:spPr/>
      <dgm:t>
        <a:bodyPr/>
        <a:lstStyle/>
        <a:p>
          <a:r>
            <a:rPr lang="en-GB" dirty="0"/>
            <a:t>QC FASTQ files</a:t>
          </a:r>
        </a:p>
      </dgm:t>
    </dgm:pt>
    <dgm:pt modelId="{B9BEC0C7-5270-4296-8CB8-C1057F996D07}" type="parTrans" cxnId="{62297C84-4E38-4D2A-BAC1-05E83243A95A}">
      <dgm:prSet/>
      <dgm:spPr/>
      <dgm:t>
        <a:bodyPr/>
        <a:lstStyle/>
        <a:p>
          <a:endParaRPr lang="en-GB"/>
        </a:p>
      </dgm:t>
    </dgm:pt>
    <dgm:pt modelId="{65E429BB-6658-46AB-9823-D6AF353736C4}" type="sibTrans" cxnId="{62297C84-4E38-4D2A-BAC1-05E83243A95A}">
      <dgm:prSet/>
      <dgm:spPr/>
      <dgm:t>
        <a:bodyPr/>
        <a:lstStyle/>
        <a:p>
          <a:endParaRPr lang="en-GB"/>
        </a:p>
      </dgm:t>
    </dgm:pt>
    <dgm:pt modelId="{CAD7303A-DB1C-4CB9-BFD4-EABA5AA555A7}">
      <dgm:prSet/>
      <dgm:spPr/>
      <dgm:t>
        <a:bodyPr/>
        <a:lstStyle/>
        <a:p>
          <a:r>
            <a:rPr lang="en-GB"/>
            <a:t>Step 2</a:t>
          </a:r>
          <a:endParaRPr lang="en-GB" dirty="0"/>
        </a:p>
      </dgm:t>
    </dgm:pt>
    <dgm:pt modelId="{551CDF34-B655-4064-A060-0AA24D47B534}" type="parTrans" cxnId="{F73B9580-F1C2-42F9-AE0F-0AF78DE2CE4C}">
      <dgm:prSet/>
      <dgm:spPr/>
      <dgm:t>
        <a:bodyPr/>
        <a:lstStyle/>
        <a:p>
          <a:endParaRPr lang="en-GB"/>
        </a:p>
      </dgm:t>
    </dgm:pt>
    <dgm:pt modelId="{BE21ECCC-3556-43F9-A26D-1E2C46D5B19F}" type="sibTrans" cxnId="{F73B9580-F1C2-42F9-AE0F-0AF78DE2CE4C}">
      <dgm:prSet/>
      <dgm:spPr/>
      <dgm:t>
        <a:bodyPr/>
        <a:lstStyle/>
        <a:p>
          <a:endParaRPr lang="en-GB"/>
        </a:p>
      </dgm:t>
    </dgm:pt>
    <dgm:pt modelId="{B93AE3B9-EE9F-4AF5-8139-D77C209936E0}">
      <dgm:prSet/>
      <dgm:spPr/>
      <dgm:t>
        <a:bodyPr/>
        <a:lstStyle/>
        <a:p>
          <a:r>
            <a:rPr lang="en-GB"/>
            <a:t>Align to genome</a:t>
          </a:r>
          <a:endParaRPr lang="en-GB" dirty="0"/>
        </a:p>
      </dgm:t>
    </dgm:pt>
    <dgm:pt modelId="{8D15556C-7F7C-48BC-9D08-04EAEF27051D}" type="parTrans" cxnId="{A762D1DC-15D1-492F-99E0-C88DB630AE1A}">
      <dgm:prSet/>
      <dgm:spPr/>
      <dgm:t>
        <a:bodyPr/>
        <a:lstStyle/>
        <a:p>
          <a:endParaRPr lang="en-GB"/>
        </a:p>
      </dgm:t>
    </dgm:pt>
    <dgm:pt modelId="{D581CE69-B380-466B-BB0C-5C967494EFBB}" type="sibTrans" cxnId="{A762D1DC-15D1-492F-99E0-C88DB630AE1A}">
      <dgm:prSet/>
      <dgm:spPr/>
      <dgm:t>
        <a:bodyPr/>
        <a:lstStyle/>
        <a:p>
          <a:endParaRPr lang="en-GB"/>
        </a:p>
      </dgm:t>
    </dgm:pt>
    <dgm:pt modelId="{47E0F40F-4D49-4ED5-93FA-46B152BFF84F}">
      <dgm:prSet/>
      <dgm:spPr/>
      <dgm:t>
        <a:bodyPr/>
        <a:lstStyle/>
        <a:p>
          <a:r>
            <a:rPr lang="en-GB"/>
            <a:t>Step 3 </a:t>
          </a:r>
          <a:endParaRPr lang="en-GB" dirty="0"/>
        </a:p>
      </dgm:t>
    </dgm:pt>
    <dgm:pt modelId="{F29F15D9-2DF1-411D-96D4-8EF9918662ED}" type="parTrans" cxnId="{BC613FBB-7537-4411-9EB4-AFF5948CD223}">
      <dgm:prSet/>
      <dgm:spPr/>
      <dgm:t>
        <a:bodyPr/>
        <a:lstStyle/>
        <a:p>
          <a:endParaRPr lang="en-GB"/>
        </a:p>
      </dgm:t>
    </dgm:pt>
    <dgm:pt modelId="{F65ED857-4124-4E43-9FB1-3574B85558F0}" type="sibTrans" cxnId="{BC613FBB-7537-4411-9EB4-AFF5948CD223}">
      <dgm:prSet/>
      <dgm:spPr/>
      <dgm:t>
        <a:bodyPr/>
        <a:lstStyle/>
        <a:p>
          <a:endParaRPr lang="en-GB"/>
        </a:p>
      </dgm:t>
    </dgm:pt>
    <dgm:pt modelId="{185808C9-E624-4EF8-813A-3F24C9689BE3}">
      <dgm:prSet/>
      <dgm:spPr/>
      <dgm:t>
        <a:bodyPr/>
        <a:lstStyle/>
        <a:p>
          <a:r>
            <a:rPr lang="en-GB"/>
            <a:t>Mark duplicates</a:t>
          </a:r>
          <a:endParaRPr lang="en-GB" dirty="0"/>
        </a:p>
      </dgm:t>
    </dgm:pt>
    <dgm:pt modelId="{2E6D8653-C2E6-49B1-BD8B-EF97ED683081}" type="parTrans" cxnId="{7F22365D-595F-4552-BF69-2281E0252CE0}">
      <dgm:prSet/>
      <dgm:spPr/>
      <dgm:t>
        <a:bodyPr/>
        <a:lstStyle/>
        <a:p>
          <a:endParaRPr lang="en-GB"/>
        </a:p>
      </dgm:t>
    </dgm:pt>
    <dgm:pt modelId="{DEFDEC93-3896-4F6F-B9FA-E21AECAF2DFD}" type="sibTrans" cxnId="{7F22365D-595F-4552-BF69-2281E0252CE0}">
      <dgm:prSet/>
      <dgm:spPr/>
      <dgm:t>
        <a:bodyPr/>
        <a:lstStyle/>
        <a:p>
          <a:endParaRPr lang="en-GB"/>
        </a:p>
      </dgm:t>
    </dgm:pt>
    <dgm:pt modelId="{6EAFDE05-5AAA-482A-8865-A9656979E0A1}">
      <dgm:prSet/>
      <dgm:spPr/>
      <dgm:t>
        <a:bodyPr/>
        <a:lstStyle/>
        <a:p>
          <a:r>
            <a:rPr lang="en-GB"/>
            <a:t>Step 4</a:t>
          </a:r>
          <a:endParaRPr lang="en-GB" dirty="0"/>
        </a:p>
      </dgm:t>
    </dgm:pt>
    <dgm:pt modelId="{99382DA3-6054-48EB-8D4A-95030C4837DD}" type="parTrans" cxnId="{5DB549D3-A65D-47ED-A127-1805597819FC}">
      <dgm:prSet/>
      <dgm:spPr/>
      <dgm:t>
        <a:bodyPr/>
        <a:lstStyle/>
        <a:p>
          <a:endParaRPr lang="en-GB"/>
        </a:p>
      </dgm:t>
    </dgm:pt>
    <dgm:pt modelId="{3A2A87B1-5AA9-4087-8E58-3C8747E54E95}" type="sibTrans" cxnId="{5DB549D3-A65D-47ED-A127-1805597819FC}">
      <dgm:prSet/>
      <dgm:spPr/>
      <dgm:t>
        <a:bodyPr/>
        <a:lstStyle/>
        <a:p>
          <a:endParaRPr lang="en-GB"/>
        </a:p>
      </dgm:t>
    </dgm:pt>
    <dgm:pt modelId="{C299B74E-9C07-4821-B780-DA375C19BE7E}">
      <dgm:prSet/>
      <dgm:spPr/>
      <dgm:t>
        <a:bodyPr/>
        <a:lstStyle/>
        <a:p>
          <a:r>
            <a:rPr lang="en-GB"/>
            <a:t>Base Score Quality Recalibration</a:t>
          </a:r>
          <a:endParaRPr lang="en-GB" dirty="0"/>
        </a:p>
      </dgm:t>
    </dgm:pt>
    <dgm:pt modelId="{E6F62B86-6852-465D-8E57-EB41B54B28B6}" type="parTrans" cxnId="{7782B363-FBD7-4A5F-9E9F-8A1E3480A4C9}">
      <dgm:prSet/>
      <dgm:spPr/>
      <dgm:t>
        <a:bodyPr/>
        <a:lstStyle/>
        <a:p>
          <a:endParaRPr lang="en-GB"/>
        </a:p>
      </dgm:t>
    </dgm:pt>
    <dgm:pt modelId="{3F8E0503-2239-46EF-9F5E-F38F98E35D6D}" type="sibTrans" cxnId="{7782B363-FBD7-4A5F-9E9F-8A1E3480A4C9}">
      <dgm:prSet/>
      <dgm:spPr/>
      <dgm:t>
        <a:bodyPr/>
        <a:lstStyle/>
        <a:p>
          <a:endParaRPr lang="en-GB"/>
        </a:p>
      </dgm:t>
    </dgm:pt>
    <dgm:pt modelId="{FF32341C-7A1A-4198-9DA2-9601A3057004}">
      <dgm:prSet/>
      <dgm:spPr/>
      <dgm:t>
        <a:bodyPr/>
        <a:lstStyle/>
        <a:p>
          <a:r>
            <a:rPr lang="en-GB"/>
            <a:t>Step 5</a:t>
          </a:r>
          <a:endParaRPr lang="en-GB" dirty="0"/>
        </a:p>
      </dgm:t>
    </dgm:pt>
    <dgm:pt modelId="{03012722-A038-4561-AEE3-98D8C225CECB}" type="parTrans" cxnId="{2538FD14-CBA7-42CE-8667-43EDCE238B84}">
      <dgm:prSet/>
      <dgm:spPr/>
      <dgm:t>
        <a:bodyPr/>
        <a:lstStyle/>
        <a:p>
          <a:endParaRPr lang="en-GB"/>
        </a:p>
      </dgm:t>
    </dgm:pt>
    <dgm:pt modelId="{66061FA4-9FC6-46CB-9A40-A45F8C4E2C3D}" type="sibTrans" cxnId="{2538FD14-CBA7-42CE-8667-43EDCE238B84}">
      <dgm:prSet/>
      <dgm:spPr/>
      <dgm:t>
        <a:bodyPr/>
        <a:lstStyle/>
        <a:p>
          <a:endParaRPr lang="en-GB"/>
        </a:p>
      </dgm:t>
    </dgm:pt>
    <dgm:pt modelId="{FF2EEFB6-AB85-4D43-9757-2FB06210195A}">
      <dgm:prSet/>
      <dgm:spPr/>
      <dgm:t>
        <a:bodyPr/>
        <a:lstStyle/>
        <a:p>
          <a:r>
            <a:rPr lang="en-GB"/>
            <a:t>Variant Calling</a:t>
          </a:r>
          <a:endParaRPr lang="en-GB" dirty="0"/>
        </a:p>
      </dgm:t>
    </dgm:pt>
    <dgm:pt modelId="{AB030393-EF3A-4E58-AB4B-7215ED4B1556}" type="parTrans" cxnId="{47CED31C-0AF4-4BAC-86AF-D7BDF1D92370}">
      <dgm:prSet/>
      <dgm:spPr/>
      <dgm:t>
        <a:bodyPr/>
        <a:lstStyle/>
        <a:p>
          <a:endParaRPr lang="en-GB"/>
        </a:p>
      </dgm:t>
    </dgm:pt>
    <dgm:pt modelId="{E1D4D78B-C5B4-496B-A271-44F621727390}" type="sibTrans" cxnId="{47CED31C-0AF4-4BAC-86AF-D7BDF1D92370}">
      <dgm:prSet/>
      <dgm:spPr/>
      <dgm:t>
        <a:bodyPr/>
        <a:lstStyle/>
        <a:p>
          <a:endParaRPr lang="en-GB"/>
        </a:p>
      </dgm:t>
    </dgm:pt>
    <dgm:pt modelId="{08ADF68B-ED0B-4300-8C79-2D111D0348A3}">
      <dgm:prSet/>
      <dgm:spPr/>
      <dgm:t>
        <a:bodyPr/>
        <a:lstStyle/>
        <a:p>
          <a:r>
            <a:rPr lang="en-GB"/>
            <a:t>Step 6</a:t>
          </a:r>
          <a:endParaRPr lang="en-GB" dirty="0"/>
        </a:p>
      </dgm:t>
    </dgm:pt>
    <dgm:pt modelId="{85605536-320B-4C78-AE41-6FF350746330}" type="parTrans" cxnId="{65344347-749E-43CC-B2B7-3AE2CFBE0164}">
      <dgm:prSet/>
      <dgm:spPr/>
      <dgm:t>
        <a:bodyPr/>
        <a:lstStyle/>
        <a:p>
          <a:endParaRPr lang="en-GB"/>
        </a:p>
      </dgm:t>
    </dgm:pt>
    <dgm:pt modelId="{0C6FE064-4C18-4D79-9E8F-4727F3C8F6C9}" type="sibTrans" cxnId="{65344347-749E-43CC-B2B7-3AE2CFBE0164}">
      <dgm:prSet/>
      <dgm:spPr/>
      <dgm:t>
        <a:bodyPr/>
        <a:lstStyle/>
        <a:p>
          <a:endParaRPr lang="en-GB"/>
        </a:p>
      </dgm:t>
    </dgm:pt>
    <dgm:pt modelId="{9D420197-D752-4859-B387-4FA2313BB4B5}">
      <dgm:prSet/>
      <dgm:spPr/>
      <dgm:t>
        <a:bodyPr/>
        <a:lstStyle/>
        <a:p>
          <a:r>
            <a:rPr lang="en-GB"/>
            <a:t>Variant Annotation</a:t>
          </a:r>
          <a:endParaRPr lang="en-GB" dirty="0"/>
        </a:p>
      </dgm:t>
    </dgm:pt>
    <dgm:pt modelId="{1A84716F-B3D7-4173-8142-AD0DFACD60EC}" type="parTrans" cxnId="{5FD64BE8-5D16-4358-9771-CBDE4D647E60}">
      <dgm:prSet/>
      <dgm:spPr/>
      <dgm:t>
        <a:bodyPr/>
        <a:lstStyle/>
        <a:p>
          <a:endParaRPr lang="en-GB"/>
        </a:p>
      </dgm:t>
    </dgm:pt>
    <dgm:pt modelId="{010578A7-D318-4A2B-AA57-88772F2DDEAC}" type="sibTrans" cxnId="{5FD64BE8-5D16-4358-9771-CBDE4D647E60}">
      <dgm:prSet/>
      <dgm:spPr/>
      <dgm:t>
        <a:bodyPr/>
        <a:lstStyle/>
        <a:p>
          <a:endParaRPr lang="en-GB"/>
        </a:p>
      </dgm:t>
    </dgm:pt>
    <dgm:pt modelId="{F76D7A82-0168-46A1-9960-08F6FC08022F}">
      <dgm:prSet/>
      <dgm:spPr/>
      <dgm:t>
        <a:bodyPr/>
        <a:lstStyle/>
        <a:p>
          <a:r>
            <a:rPr lang="en-GB"/>
            <a:t>Step 7</a:t>
          </a:r>
          <a:endParaRPr lang="en-GB" dirty="0"/>
        </a:p>
      </dgm:t>
    </dgm:pt>
    <dgm:pt modelId="{610A90FD-1F01-41F1-8486-4FE702319108}" type="parTrans" cxnId="{8EE244DC-6DC9-420A-88E8-B959AFACC1AA}">
      <dgm:prSet/>
      <dgm:spPr/>
      <dgm:t>
        <a:bodyPr/>
        <a:lstStyle/>
        <a:p>
          <a:endParaRPr lang="en-GB"/>
        </a:p>
      </dgm:t>
    </dgm:pt>
    <dgm:pt modelId="{953EBF42-13DF-440E-B430-EA9B09F9A355}" type="sibTrans" cxnId="{8EE244DC-6DC9-420A-88E8-B959AFACC1AA}">
      <dgm:prSet/>
      <dgm:spPr/>
      <dgm:t>
        <a:bodyPr/>
        <a:lstStyle/>
        <a:p>
          <a:endParaRPr lang="en-GB"/>
        </a:p>
      </dgm:t>
    </dgm:pt>
    <dgm:pt modelId="{73EDDC82-6E2F-4584-A1C1-05E5E7AB6045}">
      <dgm:prSet/>
      <dgm:spPr/>
      <dgm:t>
        <a:bodyPr/>
        <a:lstStyle/>
        <a:p>
          <a:r>
            <a:rPr lang="en-GB"/>
            <a:t>Variant Filtering</a:t>
          </a:r>
          <a:endParaRPr lang="en-GB" dirty="0"/>
        </a:p>
      </dgm:t>
    </dgm:pt>
    <dgm:pt modelId="{6DC5D628-08D6-4E67-AA45-7DC146FBEA4B}" type="parTrans" cxnId="{35C6C239-8172-4049-B162-B539903393C2}">
      <dgm:prSet/>
      <dgm:spPr/>
      <dgm:t>
        <a:bodyPr/>
        <a:lstStyle/>
        <a:p>
          <a:endParaRPr lang="en-GB"/>
        </a:p>
      </dgm:t>
    </dgm:pt>
    <dgm:pt modelId="{2F8FD5F9-C4A7-419F-BE9D-0E991B7E7F15}" type="sibTrans" cxnId="{35C6C239-8172-4049-B162-B539903393C2}">
      <dgm:prSet/>
      <dgm:spPr/>
      <dgm:t>
        <a:bodyPr/>
        <a:lstStyle/>
        <a:p>
          <a:endParaRPr lang="en-GB"/>
        </a:p>
      </dgm:t>
    </dgm:pt>
    <dgm:pt modelId="{B95E66AF-D2BA-4194-B735-6631CF82AA01}" type="pres">
      <dgm:prSet presAssocID="{21462D78-2492-48E1-AAE8-5299EFB9F86C}" presName="Name0" presStyleCnt="0">
        <dgm:presLayoutVars>
          <dgm:dir/>
          <dgm:animLvl val="lvl"/>
          <dgm:resizeHandles val="exact"/>
        </dgm:presLayoutVars>
      </dgm:prSet>
      <dgm:spPr/>
    </dgm:pt>
    <dgm:pt modelId="{7EE0905E-4D35-415B-BBC6-563BB2DE434D}" type="pres">
      <dgm:prSet presAssocID="{21462D78-2492-48E1-AAE8-5299EFB9F86C}" presName="tSp" presStyleCnt="0"/>
      <dgm:spPr/>
    </dgm:pt>
    <dgm:pt modelId="{567A0750-783F-4837-A644-795A33B5791F}" type="pres">
      <dgm:prSet presAssocID="{21462D78-2492-48E1-AAE8-5299EFB9F86C}" presName="bSp" presStyleCnt="0"/>
      <dgm:spPr/>
    </dgm:pt>
    <dgm:pt modelId="{41A53C47-2F7F-41BB-B34F-20679CA3EFAC}" type="pres">
      <dgm:prSet presAssocID="{21462D78-2492-48E1-AAE8-5299EFB9F86C}" presName="process" presStyleCnt="0"/>
      <dgm:spPr/>
    </dgm:pt>
    <dgm:pt modelId="{45A4BAE6-7556-47AB-8DFC-2CD292F5A8F4}" type="pres">
      <dgm:prSet presAssocID="{195C6334-5EC8-4C9B-9018-6E3218D76A2D}" presName="composite1" presStyleCnt="0"/>
      <dgm:spPr/>
    </dgm:pt>
    <dgm:pt modelId="{0FEF9690-612E-40CB-A186-FCD5F3816152}" type="pres">
      <dgm:prSet presAssocID="{195C6334-5EC8-4C9B-9018-6E3218D76A2D}" presName="dummyNode1" presStyleLbl="node1" presStyleIdx="0" presStyleCnt="7"/>
      <dgm:spPr/>
    </dgm:pt>
    <dgm:pt modelId="{879EE745-587F-422D-9D43-25DDE101DF0F}" type="pres">
      <dgm:prSet presAssocID="{195C6334-5EC8-4C9B-9018-6E3218D76A2D}" presName="childNode1" presStyleLbl="bgAcc1" presStyleIdx="0" presStyleCnt="7">
        <dgm:presLayoutVars>
          <dgm:bulletEnabled val="1"/>
        </dgm:presLayoutVars>
      </dgm:prSet>
      <dgm:spPr/>
    </dgm:pt>
    <dgm:pt modelId="{2E2B6C6F-ABCB-42AC-85C9-FB7240DA557C}" type="pres">
      <dgm:prSet presAssocID="{195C6334-5EC8-4C9B-9018-6E3218D76A2D}" presName="childNode1tx" presStyleLbl="bgAcc1" presStyleIdx="0" presStyleCnt="7">
        <dgm:presLayoutVars>
          <dgm:bulletEnabled val="1"/>
        </dgm:presLayoutVars>
      </dgm:prSet>
      <dgm:spPr/>
    </dgm:pt>
    <dgm:pt modelId="{271838B5-507E-4765-A3FB-212FF2EE3352}" type="pres">
      <dgm:prSet presAssocID="{195C6334-5EC8-4C9B-9018-6E3218D76A2D}" presName="parentNode1" presStyleLbl="node1" presStyleIdx="0" presStyleCnt="7">
        <dgm:presLayoutVars>
          <dgm:chMax val="1"/>
          <dgm:bulletEnabled val="1"/>
        </dgm:presLayoutVars>
      </dgm:prSet>
      <dgm:spPr/>
    </dgm:pt>
    <dgm:pt modelId="{E2A2D9E2-9F3E-424C-A0F5-27E2BFBB7275}" type="pres">
      <dgm:prSet presAssocID="{195C6334-5EC8-4C9B-9018-6E3218D76A2D}" presName="connSite1" presStyleCnt="0"/>
      <dgm:spPr/>
    </dgm:pt>
    <dgm:pt modelId="{3378621D-5D5A-46FD-BF99-59D87E5F2E76}" type="pres">
      <dgm:prSet presAssocID="{64BF577C-B9BC-47E4-8A1E-9D130830A97D}" presName="Name9" presStyleLbl="sibTrans2D1" presStyleIdx="0" presStyleCnt="6"/>
      <dgm:spPr/>
    </dgm:pt>
    <dgm:pt modelId="{3BD3D570-7320-4080-BC72-F3445E81BFC3}" type="pres">
      <dgm:prSet presAssocID="{CAD7303A-DB1C-4CB9-BFD4-EABA5AA555A7}" presName="composite2" presStyleCnt="0"/>
      <dgm:spPr/>
    </dgm:pt>
    <dgm:pt modelId="{C3621DA0-5D97-453B-A782-2061998040B3}" type="pres">
      <dgm:prSet presAssocID="{CAD7303A-DB1C-4CB9-BFD4-EABA5AA555A7}" presName="dummyNode2" presStyleLbl="node1" presStyleIdx="0" presStyleCnt="7"/>
      <dgm:spPr/>
    </dgm:pt>
    <dgm:pt modelId="{864347E7-6F9F-44F2-B2F1-5099ECCB0E6A}" type="pres">
      <dgm:prSet presAssocID="{CAD7303A-DB1C-4CB9-BFD4-EABA5AA555A7}" presName="childNode2" presStyleLbl="bgAcc1" presStyleIdx="1" presStyleCnt="7">
        <dgm:presLayoutVars>
          <dgm:bulletEnabled val="1"/>
        </dgm:presLayoutVars>
      </dgm:prSet>
      <dgm:spPr/>
    </dgm:pt>
    <dgm:pt modelId="{F5AC30A6-6BC5-48B7-BF0E-7FA7324A7DFE}" type="pres">
      <dgm:prSet presAssocID="{CAD7303A-DB1C-4CB9-BFD4-EABA5AA555A7}" presName="childNode2tx" presStyleLbl="bgAcc1" presStyleIdx="1" presStyleCnt="7">
        <dgm:presLayoutVars>
          <dgm:bulletEnabled val="1"/>
        </dgm:presLayoutVars>
      </dgm:prSet>
      <dgm:spPr/>
    </dgm:pt>
    <dgm:pt modelId="{97D57798-2C1A-4BC0-833A-46F03DECB278}" type="pres">
      <dgm:prSet presAssocID="{CAD7303A-DB1C-4CB9-BFD4-EABA5AA555A7}" presName="parentNode2" presStyleLbl="node1" presStyleIdx="1" presStyleCnt="7">
        <dgm:presLayoutVars>
          <dgm:chMax val="0"/>
          <dgm:bulletEnabled val="1"/>
        </dgm:presLayoutVars>
      </dgm:prSet>
      <dgm:spPr/>
    </dgm:pt>
    <dgm:pt modelId="{45E2BC8B-B3F6-410E-A25C-02CEE20EFE66}" type="pres">
      <dgm:prSet presAssocID="{CAD7303A-DB1C-4CB9-BFD4-EABA5AA555A7}" presName="connSite2" presStyleCnt="0"/>
      <dgm:spPr/>
    </dgm:pt>
    <dgm:pt modelId="{CA7C9272-4830-4C47-B13D-95B693A272F6}" type="pres">
      <dgm:prSet presAssocID="{BE21ECCC-3556-43F9-A26D-1E2C46D5B19F}" presName="Name18" presStyleLbl="sibTrans2D1" presStyleIdx="1" presStyleCnt="6"/>
      <dgm:spPr/>
    </dgm:pt>
    <dgm:pt modelId="{B2CEB174-D28E-4458-81AB-F866F342EE90}" type="pres">
      <dgm:prSet presAssocID="{47E0F40F-4D49-4ED5-93FA-46B152BFF84F}" presName="composite1" presStyleCnt="0"/>
      <dgm:spPr/>
    </dgm:pt>
    <dgm:pt modelId="{8592AD63-43AE-4515-8A35-EC632BC8A5B6}" type="pres">
      <dgm:prSet presAssocID="{47E0F40F-4D49-4ED5-93FA-46B152BFF84F}" presName="dummyNode1" presStyleLbl="node1" presStyleIdx="1" presStyleCnt="7"/>
      <dgm:spPr/>
    </dgm:pt>
    <dgm:pt modelId="{CDBDB953-D3C2-40E4-8026-D63C4606A3CB}" type="pres">
      <dgm:prSet presAssocID="{47E0F40F-4D49-4ED5-93FA-46B152BFF84F}" presName="childNode1" presStyleLbl="bgAcc1" presStyleIdx="2" presStyleCnt="7">
        <dgm:presLayoutVars>
          <dgm:bulletEnabled val="1"/>
        </dgm:presLayoutVars>
      </dgm:prSet>
      <dgm:spPr/>
    </dgm:pt>
    <dgm:pt modelId="{02CFF285-39CB-498F-9322-8FCA27E0BEE8}" type="pres">
      <dgm:prSet presAssocID="{47E0F40F-4D49-4ED5-93FA-46B152BFF84F}" presName="childNode1tx" presStyleLbl="bgAcc1" presStyleIdx="2" presStyleCnt="7">
        <dgm:presLayoutVars>
          <dgm:bulletEnabled val="1"/>
        </dgm:presLayoutVars>
      </dgm:prSet>
      <dgm:spPr/>
    </dgm:pt>
    <dgm:pt modelId="{7D372910-B43C-4921-BD42-90D3CDCB6A51}" type="pres">
      <dgm:prSet presAssocID="{47E0F40F-4D49-4ED5-93FA-46B152BFF84F}" presName="parentNode1" presStyleLbl="node1" presStyleIdx="2" presStyleCnt="7">
        <dgm:presLayoutVars>
          <dgm:chMax val="1"/>
          <dgm:bulletEnabled val="1"/>
        </dgm:presLayoutVars>
      </dgm:prSet>
      <dgm:spPr/>
    </dgm:pt>
    <dgm:pt modelId="{1E13D3AF-B083-4C3A-9117-0BB175FB1E15}" type="pres">
      <dgm:prSet presAssocID="{47E0F40F-4D49-4ED5-93FA-46B152BFF84F}" presName="connSite1" presStyleCnt="0"/>
      <dgm:spPr/>
    </dgm:pt>
    <dgm:pt modelId="{49856261-A323-4CB1-BE78-850D5AD94658}" type="pres">
      <dgm:prSet presAssocID="{F65ED857-4124-4E43-9FB1-3574B85558F0}" presName="Name9" presStyleLbl="sibTrans2D1" presStyleIdx="2" presStyleCnt="6"/>
      <dgm:spPr/>
    </dgm:pt>
    <dgm:pt modelId="{B24810CF-48A4-432A-A7F4-B9CBB7D25BAF}" type="pres">
      <dgm:prSet presAssocID="{6EAFDE05-5AAA-482A-8865-A9656979E0A1}" presName="composite2" presStyleCnt="0"/>
      <dgm:spPr/>
    </dgm:pt>
    <dgm:pt modelId="{8E3AC490-3F44-48DD-BE61-42AFB679BE65}" type="pres">
      <dgm:prSet presAssocID="{6EAFDE05-5AAA-482A-8865-A9656979E0A1}" presName="dummyNode2" presStyleLbl="node1" presStyleIdx="2" presStyleCnt="7"/>
      <dgm:spPr/>
    </dgm:pt>
    <dgm:pt modelId="{74556E3F-9C97-4703-A13B-EBC3C2BBEF58}" type="pres">
      <dgm:prSet presAssocID="{6EAFDE05-5AAA-482A-8865-A9656979E0A1}" presName="childNode2" presStyleLbl="bgAcc1" presStyleIdx="3" presStyleCnt="7">
        <dgm:presLayoutVars>
          <dgm:bulletEnabled val="1"/>
        </dgm:presLayoutVars>
      </dgm:prSet>
      <dgm:spPr/>
    </dgm:pt>
    <dgm:pt modelId="{6E07E4CF-51D9-48A3-A184-7BC910C60043}" type="pres">
      <dgm:prSet presAssocID="{6EAFDE05-5AAA-482A-8865-A9656979E0A1}" presName="childNode2tx" presStyleLbl="bgAcc1" presStyleIdx="3" presStyleCnt="7">
        <dgm:presLayoutVars>
          <dgm:bulletEnabled val="1"/>
        </dgm:presLayoutVars>
      </dgm:prSet>
      <dgm:spPr/>
    </dgm:pt>
    <dgm:pt modelId="{6C6AC76F-66B4-460E-8AAD-79DC960A3F1F}" type="pres">
      <dgm:prSet presAssocID="{6EAFDE05-5AAA-482A-8865-A9656979E0A1}" presName="parentNode2" presStyleLbl="node1" presStyleIdx="3" presStyleCnt="7">
        <dgm:presLayoutVars>
          <dgm:chMax val="0"/>
          <dgm:bulletEnabled val="1"/>
        </dgm:presLayoutVars>
      </dgm:prSet>
      <dgm:spPr/>
    </dgm:pt>
    <dgm:pt modelId="{DE2FF59F-2A10-428B-BF4D-54521FF26BF3}" type="pres">
      <dgm:prSet presAssocID="{6EAFDE05-5AAA-482A-8865-A9656979E0A1}" presName="connSite2" presStyleCnt="0"/>
      <dgm:spPr/>
    </dgm:pt>
    <dgm:pt modelId="{BF470A77-6448-4483-A0BC-9C55E923B40B}" type="pres">
      <dgm:prSet presAssocID="{3A2A87B1-5AA9-4087-8E58-3C8747E54E95}" presName="Name18" presStyleLbl="sibTrans2D1" presStyleIdx="3" presStyleCnt="6"/>
      <dgm:spPr/>
    </dgm:pt>
    <dgm:pt modelId="{E329B04F-32FB-4C90-AFCA-221F18A549D6}" type="pres">
      <dgm:prSet presAssocID="{FF32341C-7A1A-4198-9DA2-9601A3057004}" presName="composite1" presStyleCnt="0"/>
      <dgm:spPr/>
    </dgm:pt>
    <dgm:pt modelId="{81D43CDB-1074-4977-B155-2CADB5DB2EA1}" type="pres">
      <dgm:prSet presAssocID="{FF32341C-7A1A-4198-9DA2-9601A3057004}" presName="dummyNode1" presStyleLbl="node1" presStyleIdx="3" presStyleCnt="7"/>
      <dgm:spPr/>
    </dgm:pt>
    <dgm:pt modelId="{10D10A8E-94DF-4D43-9689-58F6C819490F}" type="pres">
      <dgm:prSet presAssocID="{FF32341C-7A1A-4198-9DA2-9601A3057004}" presName="childNode1" presStyleLbl="bgAcc1" presStyleIdx="4" presStyleCnt="7">
        <dgm:presLayoutVars>
          <dgm:bulletEnabled val="1"/>
        </dgm:presLayoutVars>
      </dgm:prSet>
      <dgm:spPr/>
    </dgm:pt>
    <dgm:pt modelId="{7952AD3A-65C8-45D8-A67A-2B84169F15B9}" type="pres">
      <dgm:prSet presAssocID="{FF32341C-7A1A-4198-9DA2-9601A3057004}" presName="childNode1tx" presStyleLbl="bgAcc1" presStyleIdx="4" presStyleCnt="7">
        <dgm:presLayoutVars>
          <dgm:bulletEnabled val="1"/>
        </dgm:presLayoutVars>
      </dgm:prSet>
      <dgm:spPr/>
    </dgm:pt>
    <dgm:pt modelId="{3826F9B5-0FCA-4BE2-B922-99E81C5264AA}" type="pres">
      <dgm:prSet presAssocID="{FF32341C-7A1A-4198-9DA2-9601A3057004}" presName="parentNode1" presStyleLbl="node1" presStyleIdx="4" presStyleCnt="7">
        <dgm:presLayoutVars>
          <dgm:chMax val="1"/>
          <dgm:bulletEnabled val="1"/>
        </dgm:presLayoutVars>
      </dgm:prSet>
      <dgm:spPr/>
    </dgm:pt>
    <dgm:pt modelId="{8AEFBF40-784C-447A-9A1D-9E5C1A22D4AD}" type="pres">
      <dgm:prSet presAssocID="{FF32341C-7A1A-4198-9DA2-9601A3057004}" presName="connSite1" presStyleCnt="0"/>
      <dgm:spPr/>
    </dgm:pt>
    <dgm:pt modelId="{B9B34C69-81F2-4530-9FD5-ED890D11F8A3}" type="pres">
      <dgm:prSet presAssocID="{66061FA4-9FC6-46CB-9A40-A45F8C4E2C3D}" presName="Name9" presStyleLbl="sibTrans2D1" presStyleIdx="4" presStyleCnt="6"/>
      <dgm:spPr/>
    </dgm:pt>
    <dgm:pt modelId="{51AF6281-1B33-4D84-8826-393F834489E0}" type="pres">
      <dgm:prSet presAssocID="{08ADF68B-ED0B-4300-8C79-2D111D0348A3}" presName="composite2" presStyleCnt="0"/>
      <dgm:spPr/>
    </dgm:pt>
    <dgm:pt modelId="{977BA54A-D2A5-460C-BD43-BDC78E5D47D8}" type="pres">
      <dgm:prSet presAssocID="{08ADF68B-ED0B-4300-8C79-2D111D0348A3}" presName="dummyNode2" presStyleLbl="node1" presStyleIdx="4" presStyleCnt="7"/>
      <dgm:spPr/>
    </dgm:pt>
    <dgm:pt modelId="{97B23497-1C2C-416F-A373-269736EA42C6}" type="pres">
      <dgm:prSet presAssocID="{08ADF68B-ED0B-4300-8C79-2D111D0348A3}" presName="childNode2" presStyleLbl="bgAcc1" presStyleIdx="5" presStyleCnt="7">
        <dgm:presLayoutVars>
          <dgm:bulletEnabled val="1"/>
        </dgm:presLayoutVars>
      </dgm:prSet>
      <dgm:spPr/>
    </dgm:pt>
    <dgm:pt modelId="{5DF74B15-998A-4989-94AB-EB38193A7108}" type="pres">
      <dgm:prSet presAssocID="{08ADF68B-ED0B-4300-8C79-2D111D0348A3}" presName="childNode2tx" presStyleLbl="bgAcc1" presStyleIdx="5" presStyleCnt="7">
        <dgm:presLayoutVars>
          <dgm:bulletEnabled val="1"/>
        </dgm:presLayoutVars>
      </dgm:prSet>
      <dgm:spPr/>
    </dgm:pt>
    <dgm:pt modelId="{D43B34D1-E562-43A4-93A1-39A16D0C9213}" type="pres">
      <dgm:prSet presAssocID="{08ADF68B-ED0B-4300-8C79-2D111D0348A3}" presName="parentNode2" presStyleLbl="node1" presStyleIdx="5" presStyleCnt="7">
        <dgm:presLayoutVars>
          <dgm:chMax val="0"/>
          <dgm:bulletEnabled val="1"/>
        </dgm:presLayoutVars>
      </dgm:prSet>
      <dgm:spPr/>
    </dgm:pt>
    <dgm:pt modelId="{081FA145-6655-4AA7-8ADC-8A37010F1BE9}" type="pres">
      <dgm:prSet presAssocID="{08ADF68B-ED0B-4300-8C79-2D111D0348A3}" presName="connSite2" presStyleCnt="0"/>
      <dgm:spPr/>
    </dgm:pt>
    <dgm:pt modelId="{66C3B4AE-2D55-4DBB-B642-194DD499D31F}" type="pres">
      <dgm:prSet presAssocID="{0C6FE064-4C18-4D79-9E8F-4727F3C8F6C9}" presName="Name18" presStyleLbl="sibTrans2D1" presStyleIdx="5" presStyleCnt="6"/>
      <dgm:spPr/>
    </dgm:pt>
    <dgm:pt modelId="{84F17C5A-5139-4229-8E22-18B388558AEE}" type="pres">
      <dgm:prSet presAssocID="{F76D7A82-0168-46A1-9960-08F6FC08022F}" presName="composite1" presStyleCnt="0"/>
      <dgm:spPr/>
    </dgm:pt>
    <dgm:pt modelId="{43646F51-9DB6-4752-8F6C-E433888A7412}" type="pres">
      <dgm:prSet presAssocID="{F76D7A82-0168-46A1-9960-08F6FC08022F}" presName="dummyNode1" presStyleLbl="node1" presStyleIdx="5" presStyleCnt="7"/>
      <dgm:spPr/>
    </dgm:pt>
    <dgm:pt modelId="{F82C5204-8C6D-4EF5-874D-E8DD7043801A}" type="pres">
      <dgm:prSet presAssocID="{F76D7A82-0168-46A1-9960-08F6FC08022F}" presName="childNode1" presStyleLbl="bgAcc1" presStyleIdx="6" presStyleCnt="7">
        <dgm:presLayoutVars>
          <dgm:bulletEnabled val="1"/>
        </dgm:presLayoutVars>
      </dgm:prSet>
      <dgm:spPr/>
    </dgm:pt>
    <dgm:pt modelId="{FA412738-282D-42F5-93C2-D238ADB00B9C}" type="pres">
      <dgm:prSet presAssocID="{F76D7A82-0168-46A1-9960-08F6FC08022F}" presName="childNode1tx" presStyleLbl="bgAcc1" presStyleIdx="6" presStyleCnt="7">
        <dgm:presLayoutVars>
          <dgm:bulletEnabled val="1"/>
        </dgm:presLayoutVars>
      </dgm:prSet>
      <dgm:spPr/>
    </dgm:pt>
    <dgm:pt modelId="{4C064E2F-D68D-4E3F-B5E7-16A0CCA03041}" type="pres">
      <dgm:prSet presAssocID="{F76D7A82-0168-46A1-9960-08F6FC08022F}" presName="parentNode1" presStyleLbl="node1" presStyleIdx="6" presStyleCnt="7">
        <dgm:presLayoutVars>
          <dgm:chMax val="1"/>
          <dgm:bulletEnabled val="1"/>
        </dgm:presLayoutVars>
      </dgm:prSet>
      <dgm:spPr/>
    </dgm:pt>
    <dgm:pt modelId="{7F10D674-D367-480E-B39F-C9A896E02D79}" type="pres">
      <dgm:prSet presAssocID="{F76D7A82-0168-46A1-9960-08F6FC08022F}" presName="connSite1" presStyleCnt="0"/>
      <dgm:spPr/>
    </dgm:pt>
  </dgm:ptLst>
  <dgm:cxnLst>
    <dgm:cxn modelId="{E128EE07-6878-4056-AF0A-5E56B8840D0B}" type="presOf" srcId="{3A2A87B1-5AA9-4087-8E58-3C8747E54E95}" destId="{BF470A77-6448-4483-A0BC-9C55E923B40B}" srcOrd="0" destOrd="0" presId="urn:microsoft.com/office/officeart/2005/8/layout/hProcess4"/>
    <dgm:cxn modelId="{1888660A-7713-4246-8F06-070A8D315D84}" type="presOf" srcId="{0C6FE064-4C18-4D79-9E8F-4727F3C8F6C9}" destId="{66C3B4AE-2D55-4DBB-B642-194DD499D31F}" srcOrd="0" destOrd="0" presId="urn:microsoft.com/office/officeart/2005/8/layout/hProcess4"/>
    <dgm:cxn modelId="{2538FD14-CBA7-42CE-8667-43EDCE238B84}" srcId="{21462D78-2492-48E1-AAE8-5299EFB9F86C}" destId="{FF32341C-7A1A-4198-9DA2-9601A3057004}" srcOrd="4" destOrd="0" parTransId="{03012722-A038-4561-AEE3-98D8C225CECB}" sibTransId="{66061FA4-9FC6-46CB-9A40-A45F8C4E2C3D}"/>
    <dgm:cxn modelId="{23232817-AA68-47B2-8DD1-4FBAAE1A6DA2}" type="presOf" srcId="{9D420197-D752-4859-B387-4FA2313BB4B5}" destId="{97B23497-1C2C-416F-A373-269736EA42C6}" srcOrd="0" destOrd="0" presId="urn:microsoft.com/office/officeart/2005/8/layout/hProcess4"/>
    <dgm:cxn modelId="{AD225E1C-0DE2-4DC3-91DB-9968082C6FA9}" srcId="{21462D78-2492-48E1-AAE8-5299EFB9F86C}" destId="{195C6334-5EC8-4C9B-9018-6E3218D76A2D}" srcOrd="0" destOrd="0" parTransId="{56581E5C-8A25-49CB-BD08-F1F23F8CAC18}" sibTransId="{64BF577C-B9BC-47E4-8A1E-9D130830A97D}"/>
    <dgm:cxn modelId="{47CED31C-0AF4-4BAC-86AF-D7BDF1D92370}" srcId="{FF32341C-7A1A-4198-9DA2-9601A3057004}" destId="{FF2EEFB6-AB85-4D43-9757-2FB06210195A}" srcOrd="0" destOrd="0" parTransId="{AB030393-EF3A-4E58-AB4B-7215ED4B1556}" sibTransId="{E1D4D78B-C5B4-496B-A271-44F621727390}"/>
    <dgm:cxn modelId="{ADFA7733-8985-44C1-9CFF-D822FF58D0A4}" type="presOf" srcId="{F76D7A82-0168-46A1-9960-08F6FC08022F}" destId="{4C064E2F-D68D-4E3F-B5E7-16A0CCA03041}" srcOrd="0" destOrd="0" presId="urn:microsoft.com/office/officeart/2005/8/layout/hProcess4"/>
    <dgm:cxn modelId="{35C6C239-8172-4049-B162-B539903393C2}" srcId="{F76D7A82-0168-46A1-9960-08F6FC08022F}" destId="{73EDDC82-6E2F-4584-A1C1-05E5E7AB6045}" srcOrd="0" destOrd="0" parTransId="{6DC5D628-08D6-4E67-AA45-7DC146FBEA4B}" sibTransId="{2F8FD5F9-C4A7-419F-BE9D-0E991B7E7F15}"/>
    <dgm:cxn modelId="{E17DDB3C-4660-4ED7-B4EC-68251569F8A0}" type="presOf" srcId="{73EDDC82-6E2F-4584-A1C1-05E5E7AB6045}" destId="{FA412738-282D-42F5-93C2-D238ADB00B9C}" srcOrd="1" destOrd="0" presId="urn:microsoft.com/office/officeart/2005/8/layout/hProcess4"/>
    <dgm:cxn modelId="{7F22365D-595F-4552-BF69-2281E0252CE0}" srcId="{47E0F40F-4D49-4ED5-93FA-46B152BFF84F}" destId="{185808C9-E624-4EF8-813A-3F24C9689BE3}" srcOrd="0" destOrd="0" parTransId="{2E6D8653-C2E6-49B1-BD8B-EF97ED683081}" sibTransId="{DEFDEC93-3896-4F6F-B9FA-E21AECAF2DFD}"/>
    <dgm:cxn modelId="{7A70715D-BA8F-4A75-A434-CE8045940119}" type="presOf" srcId="{C512C3A2-44D0-4734-A49B-DA185C85B675}" destId="{879EE745-587F-422D-9D43-25DDE101DF0F}" srcOrd="0" destOrd="0" presId="urn:microsoft.com/office/officeart/2005/8/layout/hProcess4"/>
    <dgm:cxn modelId="{FEB7255F-346D-4874-9C7B-1048267078AF}" type="presOf" srcId="{B93AE3B9-EE9F-4AF5-8139-D77C209936E0}" destId="{F5AC30A6-6BC5-48B7-BF0E-7FA7324A7DFE}" srcOrd="1" destOrd="0" presId="urn:microsoft.com/office/officeart/2005/8/layout/hProcess4"/>
    <dgm:cxn modelId="{6CED4160-9DF4-4AED-83D9-35238693577C}" type="presOf" srcId="{B93AE3B9-EE9F-4AF5-8139-D77C209936E0}" destId="{864347E7-6F9F-44F2-B2F1-5099ECCB0E6A}" srcOrd="0" destOrd="0" presId="urn:microsoft.com/office/officeart/2005/8/layout/hProcess4"/>
    <dgm:cxn modelId="{7782B363-FBD7-4A5F-9E9F-8A1E3480A4C9}" srcId="{6EAFDE05-5AAA-482A-8865-A9656979E0A1}" destId="{C299B74E-9C07-4821-B780-DA375C19BE7E}" srcOrd="0" destOrd="0" parTransId="{E6F62B86-6852-465D-8E57-EB41B54B28B6}" sibTransId="{3F8E0503-2239-46EF-9F5E-F38F98E35D6D}"/>
    <dgm:cxn modelId="{8A262367-16C8-448D-A277-67409BF2A88D}" type="presOf" srcId="{FF2EEFB6-AB85-4D43-9757-2FB06210195A}" destId="{7952AD3A-65C8-45D8-A67A-2B84169F15B9}" srcOrd="1" destOrd="0" presId="urn:microsoft.com/office/officeart/2005/8/layout/hProcess4"/>
    <dgm:cxn modelId="{65344347-749E-43CC-B2B7-3AE2CFBE0164}" srcId="{21462D78-2492-48E1-AAE8-5299EFB9F86C}" destId="{08ADF68B-ED0B-4300-8C79-2D111D0348A3}" srcOrd="5" destOrd="0" parTransId="{85605536-320B-4C78-AE41-6FF350746330}" sibTransId="{0C6FE064-4C18-4D79-9E8F-4727F3C8F6C9}"/>
    <dgm:cxn modelId="{179E9354-FA4B-4669-AFF0-348CC4CEFE6C}" type="presOf" srcId="{C512C3A2-44D0-4734-A49B-DA185C85B675}" destId="{2E2B6C6F-ABCB-42AC-85C9-FB7240DA557C}" srcOrd="1" destOrd="0" presId="urn:microsoft.com/office/officeart/2005/8/layout/hProcess4"/>
    <dgm:cxn modelId="{E092D475-4C8B-4B1F-9C3F-32BB4EECA97D}" type="presOf" srcId="{FF32341C-7A1A-4198-9DA2-9601A3057004}" destId="{3826F9B5-0FCA-4BE2-B922-99E81C5264AA}" srcOrd="0" destOrd="0" presId="urn:microsoft.com/office/officeart/2005/8/layout/hProcess4"/>
    <dgm:cxn modelId="{FA149A58-79A1-4592-AD3A-58D072747DD9}" type="presOf" srcId="{185808C9-E624-4EF8-813A-3F24C9689BE3}" destId="{CDBDB953-D3C2-40E4-8026-D63C4606A3CB}" srcOrd="0" destOrd="0" presId="urn:microsoft.com/office/officeart/2005/8/layout/hProcess4"/>
    <dgm:cxn modelId="{F73B9580-F1C2-42F9-AE0F-0AF78DE2CE4C}" srcId="{21462D78-2492-48E1-AAE8-5299EFB9F86C}" destId="{CAD7303A-DB1C-4CB9-BFD4-EABA5AA555A7}" srcOrd="1" destOrd="0" parTransId="{551CDF34-B655-4064-A060-0AA24D47B534}" sibTransId="{BE21ECCC-3556-43F9-A26D-1E2C46D5B19F}"/>
    <dgm:cxn modelId="{62297C84-4E38-4D2A-BAC1-05E83243A95A}" srcId="{195C6334-5EC8-4C9B-9018-6E3218D76A2D}" destId="{C512C3A2-44D0-4734-A49B-DA185C85B675}" srcOrd="0" destOrd="0" parTransId="{B9BEC0C7-5270-4296-8CB8-C1057F996D07}" sibTransId="{65E429BB-6658-46AB-9823-D6AF353736C4}"/>
    <dgm:cxn modelId="{73E00596-6453-4308-93F6-A6B076C47AC8}" type="presOf" srcId="{64BF577C-B9BC-47E4-8A1E-9D130830A97D}" destId="{3378621D-5D5A-46FD-BF99-59D87E5F2E76}" srcOrd="0" destOrd="0" presId="urn:microsoft.com/office/officeart/2005/8/layout/hProcess4"/>
    <dgm:cxn modelId="{2E2F779B-B131-4829-82C5-E1C2D64C9338}" type="presOf" srcId="{66061FA4-9FC6-46CB-9A40-A45F8C4E2C3D}" destId="{B9B34C69-81F2-4530-9FD5-ED890D11F8A3}" srcOrd="0" destOrd="0" presId="urn:microsoft.com/office/officeart/2005/8/layout/hProcess4"/>
    <dgm:cxn modelId="{094341A3-A9B5-4626-82CE-CDC096BDD6C0}" type="presOf" srcId="{C299B74E-9C07-4821-B780-DA375C19BE7E}" destId="{6E07E4CF-51D9-48A3-A184-7BC910C60043}" srcOrd="1" destOrd="0" presId="urn:microsoft.com/office/officeart/2005/8/layout/hProcess4"/>
    <dgm:cxn modelId="{11C9A3A4-7146-4C9D-8190-04386A20C501}" type="presOf" srcId="{C299B74E-9C07-4821-B780-DA375C19BE7E}" destId="{74556E3F-9C97-4703-A13B-EBC3C2BBEF58}" srcOrd="0" destOrd="0" presId="urn:microsoft.com/office/officeart/2005/8/layout/hProcess4"/>
    <dgm:cxn modelId="{0A6BE2B2-82A4-48C4-B056-9C748FBA22E2}" type="presOf" srcId="{73EDDC82-6E2F-4584-A1C1-05E5E7AB6045}" destId="{F82C5204-8C6D-4EF5-874D-E8DD7043801A}" srcOrd="0" destOrd="0" presId="urn:microsoft.com/office/officeart/2005/8/layout/hProcess4"/>
    <dgm:cxn modelId="{C21FFCB8-FB07-4C8C-9267-B78323E3E47B}" type="presOf" srcId="{185808C9-E624-4EF8-813A-3F24C9689BE3}" destId="{02CFF285-39CB-498F-9322-8FCA27E0BEE8}" srcOrd="1" destOrd="0" presId="urn:microsoft.com/office/officeart/2005/8/layout/hProcess4"/>
    <dgm:cxn modelId="{EF433ABB-371B-459A-9ECA-E0FF2E1926C2}" type="presOf" srcId="{21462D78-2492-48E1-AAE8-5299EFB9F86C}" destId="{B95E66AF-D2BA-4194-B735-6631CF82AA01}" srcOrd="0" destOrd="0" presId="urn:microsoft.com/office/officeart/2005/8/layout/hProcess4"/>
    <dgm:cxn modelId="{BC613FBB-7537-4411-9EB4-AFF5948CD223}" srcId="{21462D78-2492-48E1-AAE8-5299EFB9F86C}" destId="{47E0F40F-4D49-4ED5-93FA-46B152BFF84F}" srcOrd="2" destOrd="0" parTransId="{F29F15D9-2DF1-411D-96D4-8EF9918662ED}" sibTransId="{F65ED857-4124-4E43-9FB1-3574B85558F0}"/>
    <dgm:cxn modelId="{A5EB8BC3-5CD4-4E30-B654-C5A9AC46AE1F}" type="presOf" srcId="{BE21ECCC-3556-43F9-A26D-1E2C46D5B19F}" destId="{CA7C9272-4830-4C47-B13D-95B693A272F6}" srcOrd="0" destOrd="0" presId="urn:microsoft.com/office/officeart/2005/8/layout/hProcess4"/>
    <dgm:cxn modelId="{71701AC4-4DD8-447D-8A16-5E3094281BEA}" type="presOf" srcId="{FF2EEFB6-AB85-4D43-9757-2FB06210195A}" destId="{10D10A8E-94DF-4D43-9689-58F6C819490F}" srcOrd="0" destOrd="0" presId="urn:microsoft.com/office/officeart/2005/8/layout/hProcess4"/>
    <dgm:cxn modelId="{B7C0BCC8-8954-413F-A1B2-01C83B27EA67}" type="presOf" srcId="{CAD7303A-DB1C-4CB9-BFD4-EABA5AA555A7}" destId="{97D57798-2C1A-4BC0-833A-46F03DECB278}" srcOrd="0" destOrd="0" presId="urn:microsoft.com/office/officeart/2005/8/layout/hProcess4"/>
    <dgm:cxn modelId="{5DB549D3-A65D-47ED-A127-1805597819FC}" srcId="{21462D78-2492-48E1-AAE8-5299EFB9F86C}" destId="{6EAFDE05-5AAA-482A-8865-A9656979E0A1}" srcOrd="3" destOrd="0" parTransId="{99382DA3-6054-48EB-8D4A-95030C4837DD}" sibTransId="{3A2A87B1-5AA9-4087-8E58-3C8747E54E95}"/>
    <dgm:cxn modelId="{1B3524D5-083B-418D-90BB-52BA19D98FE9}" type="presOf" srcId="{F65ED857-4124-4E43-9FB1-3574B85558F0}" destId="{49856261-A323-4CB1-BE78-850D5AD94658}" srcOrd="0" destOrd="0" presId="urn:microsoft.com/office/officeart/2005/8/layout/hProcess4"/>
    <dgm:cxn modelId="{334EECD6-A907-41FA-A76D-4FFFC90B2B4A}" type="presOf" srcId="{47E0F40F-4D49-4ED5-93FA-46B152BFF84F}" destId="{7D372910-B43C-4921-BD42-90D3CDCB6A51}" srcOrd="0" destOrd="0" presId="urn:microsoft.com/office/officeart/2005/8/layout/hProcess4"/>
    <dgm:cxn modelId="{E61442D8-858F-4B2A-AD8D-8D7E958EA98C}" type="presOf" srcId="{6EAFDE05-5AAA-482A-8865-A9656979E0A1}" destId="{6C6AC76F-66B4-460E-8AAD-79DC960A3F1F}" srcOrd="0" destOrd="0" presId="urn:microsoft.com/office/officeart/2005/8/layout/hProcess4"/>
    <dgm:cxn modelId="{8EE244DC-6DC9-420A-88E8-B959AFACC1AA}" srcId="{21462D78-2492-48E1-AAE8-5299EFB9F86C}" destId="{F76D7A82-0168-46A1-9960-08F6FC08022F}" srcOrd="6" destOrd="0" parTransId="{610A90FD-1F01-41F1-8486-4FE702319108}" sibTransId="{953EBF42-13DF-440E-B430-EA9B09F9A355}"/>
    <dgm:cxn modelId="{390873DC-DC75-4C6E-8550-7862E1AEB2F9}" type="presOf" srcId="{195C6334-5EC8-4C9B-9018-6E3218D76A2D}" destId="{271838B5-507E-4765-A3FB-212FF2EE3352}" srcOrd="0" destOrd="0" presId="urn:microsoft.com/office/officeart/2005/8/layout/hProcess4"/>
    <dgm:cxn modelId="{A762D1DC-15D1-492F-99E0-C88DB630AE1A}" srcId="{CAD7303A-DB1C-4CB9-BFD4-EABA5AA555A7}" destId="{B93AE3B9-EE9F-4AF5-8139-D77C209936E0}" srcOrd="0" destOrd="0" parTransId="{8D15556C-7F7C-48BC-9D08-04EAEF27051D}" sibTransId="{D581CE69-B380-466B-BB0C-5C967494EFBB}"/>
    <dgm:cxn modelId="{5FD64BE8-5D16-4358-9771-CBDE4D647E60}" srcId="{08ADF68B-ED0B-4300-8C79-2D111D0348A3}" destId="{9D420197-D752-4859-B387-4FA2313BB4B5}" srcOrd="0" destOrd="0" parTransId="{1A84716F-B3D7-4173-8142-AD0DFACD60EC}" sibTransId="{010578A7-D318-4A2B-AA57-88772F2DDEAC}"/>
    <dgm:cxn modelId="{2E5DAAF5-2257-4AB2-AB5E-2FBC82A661FE}" type="presOf" srcId="{08ADF68B-ED0B-4300-8C79-2D111D0348A3}" destId="{D43B34D1-E562-43A4-93A1-39A16D0C9213}" srcOrd="0" destOrd="0" presId="urn:microsoft.com/office/officeart/2005/8/layout/hProcess4"/>
    <dgm:cxn modelId="{AC1820FC-5497-4F0B-85D1-10A0428272AE}" type="presOf" srcId="{9D420197-D752-4859-B387-4FA2313BB4B5}" destId="{5DF74B15-998A-4989-94AB-EB38193A7108}" srcOrd="1" destOrd="0" presId="urn:microsoft.com/office/officeart/2005/8/layout/hProcess4"/>
    <dgm:cxn modelId="{51EED398-DFB3-466B-9FA5-7F969892F9D3}" type="presParOf" srcId="{B95E66AF-D2BA-4194-B735-6631CF82AA01}" destId="{7EE0905E-4D35-415B-BBC6-563BB2DE434D}" srcOrd="0" destOrd="0" presId="urn:microsoft.com/office/officeart/2005/8/layout/hProcess4"/>
    <dgm:cxn modelId="{EED4696B-5245-42DA-9588-9C6EB82F11B2}" type="presParOf" srcId="{B95E66AF-D2BA-4194-B735-6631CF82AA01}" destId="{567A0750-783F-4837-A644-795A33B5791F}" srcOrd="1" destOrd="0" presId="urn:microsoft.com/office/officeart/2005/8/layout/hProcess4"/>
    <dgm:cxn modelId="{2018FFDA-17CE-4796-8A92-44C7CA9C0A7B}" type="presParOf" srcId="{B95E66AF-D2BA-4194-B735-6631CF82AA01}" destId="{41A53C47-2F7F-41BB-B34F-20679CA3EFAC}" srcOrd="2" destOrd="0" presId="urn:microsoft.com/office/officeart/2005/8/layout/hProcess4"/>
    <dgm:cxn modelId="{147D6715-BB9B-4FD9-8848-AE5251E0EC05}" type="presParOf" srcId="{41A53C47-2F7F-41BB-B34F-20679CA3EFAC}" destId="{45A4BAE6-7556-47AB-8DFC-2CD292F5A8F4}" srcOrd="0" destOrd="0" presId="urn:microsoft.com/office/officeart/2005/8/layout/hProcess4"/>
    <dgm:cxn modelId="{83E5C1CE-856E-4885-8238-C4623E0CCE91}" type="presParOf" srcId="{45A4BAE6-7556-47AB-8DFC-2CD292F5A8F4}" destId="{0FEF9690-612E-40CB-A186-FCD5F3816152}" srcOrd="0" destOrd="0" presId="urn:microsoft.com/office/officeart/2005/8/layout/hProcess4"/>
    <dgm:cxn modelId="{8B426655-4D0C-41CF-BEED-64B1A4779765}" type="presParOf" srcId="{45A4BAE6-7556-47AB-8DFC-2CD292F5A8F4}" destId="{879EE745-587F-422D-9D43-25DDE101DF0F}" srcOrd="1" destOrd="0" presId="urn:microsoft.com/office/officeart/2005/8/layout/hProcess4"/>
    <dgm:cxn modelId="{3553C88C-AAB4-4F9A-9ACC-BDC18DC68E01}" type="presParOf" srcId="{45A4BAE6-7556-47AB-8DFC-2CD292F5A8F4}" destId="{2E2B6C6F-ABCB-42AC-85C9-FB7240DA557C}" srcOrd="2" destOrd="0" presId="urn:microsoft.com/office/officeart/2005/8/layout/hProcess4"/>
    <dgm:cxn modelId="{E142D139-C7B8-43F0-9141-04A49FD79F7F}" type="presParOf" srcId="{45A4BAE6-7556-47AB-8DFC-2CD292F5A8F4}" destId="{271838B5-507E-4765-A3FB-212FF2EE3352}" srcOrd="3" destOrd="0" presId="urn:microsoft.com/office/officeart/2005/8/layout/hProcess4"/>
    <dgm:cxn modelId="{63DDBD8E-427B-4237-83BE-EC5A0BEC5628}" type="presParOf" srcId="{45A4BAE6-7556-47AB-8DFC-2CD292F5A8F4}" destId="{E2A2D9E2-9F3E-424C-A0F5-27E2BFBB7275}" srcOrd="4" destOrd="0" presId="urn:microsoft.com/office/officeart/2005/8/layout/hProcess4"/>
    <dgm:cxn modelId="{01FA8DB5-3747-4DC0-B818-7C11AEBE8AAE}" type="presParOf" srcId="{41A53C47-2F7F-41BB-B34F-20679CA3EFAC}" destId="{3378621D-5D5A-46FD-BF99-59D87E5F2E76}" srcOrd="1" destOrd="0" presId="urn:microsoft.com/office/officeart/2005/8/layout/hProcess4"/>
    <dgm:cxn modelId="{BEE039E2-F1F8-4405-AA9C-7DB0A641740B}" type="presParOf" srcId="{41A53C47-2F7F-41BB-B34F-20679CA3EFAC}" destId="{3BD3D570-7320-4080-BC72-F3445E81BFC3}" srcOrd="2" destOrd="0" presId="urn:microsoft.com/office/officeart/2005/8/layout/hProcess4"/>
    <dgm:cxn modelId="{CC1CC4E5-E586-4ED7-88BE-E475D9110D9B}" type="presParOf" srcId="{3BD3D570-7320-4080-BC72-F3445E81BFC3}" destId="{C3621DA0-5D97-453B-A782-2061998040B3}" srcOrd="0" destOrd="0" presId="urn:microsoft.com/office/officeart/2005/8/layout/hProcess4"/>
    <dgm:cxn modelId="{00A1975E-11B9-4ECD-A864-CE68DA231920}" type="presParOf" srcId="{3BD3D570-7320-4080-BC72-F3445E81BFC3}" destId="{864347E7-6F9F-44F2-B2F1-5099ECCB0E6A}" srcOrd="1" destOrd="0" presId="urn:microsoft.com/office/officeart/2005/8/layout/hProcess4"/>
    <dgm:cxn modelId="{4AC0424C-1213-4258-8DD9-EF5E4F685A56}" type="presParOf" srcId="{3BD3D570-7320-4080-BC72-F3445E81BFC3}" destId="{F5AC30A6-6BC5-48B7-BF0E-7FA7324A7DFE}" srcOrd="2" destOrd="0" presId="urn:microsoft.com/office/officeart/2005/8/layout/hProcess4"/>
    <dgm:cxn modelId="{41DD0E66-4F4B-4B0D-8329-D4ED59BDB2FD}" type="presParOf" srcId="{3BD3D570-7320-4080-BC72-F3445E81BFC3}" destId="{97D57798-2C1A-4BC0-833A-46F03DECB278}" srcOrd="3" destOrd="0" presId="urn:microsoft.com/office/officeart/2005/8/layout/hProcess4"/>
    <dgm:cxn modelId="{C682CE4B-D571-4950-815B-48782E1BCB76}" type="presParOf" srcId="{3BD3D570-7320-4080-BC72-F3445E81BFC3}" destId="{45E2BC8B-B3F6-410E-A25C-02CEE20EFE66}" srcOrd="4" destOrd="0" presId="urn:microsoft.com/office/officeart/2005/8/layout/hProcess4"/>
    <dgm:cxn modelId="{0684C8B9-A02A-41A9-9C1A-128CAF3B11A4}" type="presParOf" srcId="{41A53C47-2F7F-41BB-B34F-20679CA3EFAC}" destId="{CA7C9272-4830-4C47-B13D-95B693A272F6}" srcOrd="3" destOrd="0" presId="urn:microsoft.com/office/officeart/2005/8/layout/hProcess4"/>
    <dgm:cxn modelId="{02E036E1-DB29-42D8-B339-4D2A91CF2208}" type="presParOf" srcId="{41A53C47-2F7F-41BB-B34F-20679CA3EFAC}" destId="{B2CEB174-D28E-4458-81AB-F866F342EE90}" srcOrd="4" destOrd="0" presId="urn:microsoft.com/office/officeart/2005/8/layout/hProcess4"/>
    <dgm:cxn modelId="{0C35D523-6A15-4390-9E1E-7648B3DB5F13}" type="presParOf" srcId="{B2CEB174-D28E-4458-81AB-F866F342EE90}" destId="{8592AD63-43AE-4515-8A35-EC632BC8A5B6}" srcOrd="0" destOrd="0" presId="urn:microsoft.com/office/officeart/2005/8/layout/hProcess4"/>
    <dgm:cxn modelId="{BB79D3ED-B4BA-4FBF-9621-9476CFFF46CB}" type="presParOf" srcId="{B2CEB174-D28E-4458-81AB-F866F342EE90}" destId="{CDBDB953-D3C2-40E4-8026-D63C4606A3CB}" srcOrd="1" destOrd="0" presId="urn:microsoft.com/office/officeart/2005/8/layout/hProcess4"/>
    <dgm:cxn modelId="{0FD8060C-D04D-420F-8E84-5A2BC6CCD019}" type="presParOf" srcId="{B2CEB174-D28E-4458-81AB-F866F342EE90}" destId="{02CFF285-39CB-498F-9322-8FCA27E0BEE8}" srcOrd="2" destOrd="0" presId="urn:microsoft.com/office/officeart/2005/8/layout/hProcess4"/>
    <dgm:cxn modelId="{F10F4FBC-78CC-4AF4-8381-F01F826299BD}" type="presParOf" srcId="{B2CEB174-D28E-4458-81AB-F866F342EE90}" destId="{7D372910-B43C-4921-BD42-90D3CDCB6A51}" srcOrd="3" destOrd="0" presId="urn:microsoft.com/office/officeart/2005/8/layout/hProcess4"/>
    <dgm:cxn modelId="{9A1CF58B-8BE5-4383-B580-5E2148D0D969}" type="presParOf" srcId="{B2CEB174-D28E-4458-81AB-F866F342EE90}" destId="{1E13D3AF-B083-4C3A-9117-0BB175FB1E15}" srcOrd="4" destOrd="0" presId="urn:microsoft.com/office/officeart/2005/8/layout/hProcess4"/>
    <dgm:cxn modelId="{2A5C0E9D-6D99-433E-8747-B2C1FA2734A1}" type="presParOf" srcId="{41A53C47-2F7F-41BB-B34F-20679CA3EFAC}" destId="{49856261-A323-4CB1-BE78-850D5AD94658}" srcOrd="5" destOrd="0" presId="urn:microsoft.com/office/officeart/2005/8/layout/hProcess4"/>
    <dgm:cxn modelId="{C5311A14-BDA8-4AE2-AB55-4630EF39D2EC}" type="presParOf" srcId="{41A53C47-2F7F-41BB-B34F-20679CA3EFAC}" destId="{B24810CF-48A4-432A-A7F4-B9CBB7D25BAF}" srcOrd="6" destOrd="0" presId="urn:microsoft.com/office/officeart/2005/8/layout/hProcess4"/>
    <dgm:cxn modelId="{3807A733-13C9-4778-AA9D-869694670B8A}" type="presParOf" srcId="{B24810CF-48A4-432A-A7F4-B9CBB7D25BAF}" destId="{8E3AC490-3F44-48DD-BE61-42AFB679BE65}" srcOrd="0" destOrd="0" presId="urn:microsoft.com/office/officeart/2005/8/layout/hProcess4"/>
    <dgm:cxn modelId="{403475C9-A873-4067-BF3E-BBE11AE72CEA}" type="presParOf" srcId="{B24810CF-48A4-432A-A7F4-B9CBB7D25BAF}" destId="{74556E3F-9C97-4703-A13B-EBC3C2BBEF58}" srcOrd="1" destOrd="0" presId="urn:microsoft.com/office/officeart/2005/8/layout/hProcess4"/>
    <dgm:cxn modelId="{BEB2130E-25E1-4822-84EB-429F269B31BC}" type="presParOf" srcId="{B24810CF-48A4-432A-A7F4-B9CBB7D25BAF}" destId="{6E07E4CF-51D9-48A3-A184-7BC910C60043}" srcOrd="2" destOrd="0" presId="urn:microsoft.com/office/officeart/2005/8/layout/hProcess4"/>
    <dgm:cxn modelId="{97E83CF6-CBAA-40B5-9739-5CD4563A5D33}" type="presParOf" srcId="{B24810CF-48A4-432A-A7F4-B9CBB7D25BAF}" destId="{6C6AC76F-66B4-460E-8AAD-79DC960A3F1F}" srcOrd="3" destOrd="0" presId="urn:microsoft.com/office/officeart/2005/8/layout/hProcess4"/>
    <dgm:cxn modelId="{1989AD16-EB78-48BF-8D47-CE95C69056E7}" type="presParOf" srcId="{B24810CF-48A4-432A-A7F4-B9CBB7D25BAF}" destId="{DE2FF59F-2A10-428B-BF4D-54521FF26BF3}" srcOrd="4" destOrd="0" presId="urn:microsoft.com/office/officeart/2005/8/layout/hProcess4"/>
    <dgm:cxn modelId="{78A3D201-56C8-4A7D-91C1-CCECF75C6C15}" type="presParOf" srcId="{41A53C47-2F7F-41BB-B34F-20679CA3EFAC}" destId="{BF470A77-6448-4483-A0BC-9C55E923B40B}" srcOrd="7" destOrd="0" presId="urn:microsoft.com/office/officeart/2005/8/layout/hProcess4"/>
    <dgm:cxn modelId="{A9FBE078-3551-425F-A933-B333D4933EA0}" type="presParOf" srcId="{41A53C47-2F7F-41BB-B34F-20679CA3EFAC}" destId="{E329B04F-32FB-4C90-AFCA-221F18A549D6}" srcOrd="8" destOrd="0" presId="urn:microsoft.com/office/officeart/2005/8/layout/hProcess4"/>
    <dgm:cxn modelId="{D808D3F3-47C8-4371-9888-709CAD5EC121}" type="presParOf" srcId="{E329B04F-32FB-4C90-AFCA-221F18A549D6}" destId="{81D43CDB-1074-4977-B155-2CADB5DB2EA1}" srcOrd="0" destOrd="0" presId="urn:microsoft.com/office/officeart/2005/8/layout/hProcess4"/>
    <dgm:cxn modelId="{06E51550-E06B-4F9F-98E6-CE6CB012E0DC}" type="presParOf" srcId="{E329B04F-32FB-4C90-AFCA-221F18A549D6}" destId="{10D10A8E-94DF-4D43-9689-58F6C819490F}" srcOrd="1" destOrd="0" presId="urn:microsoft.com/office/officeart/2005/8/layout/hProcess4"/>
    <dgm:cxn modelId="{E5DCCD85-1ED1-4268-8D53-2ABBB29B2BCA}" type="presParOf" srcId="{E329B04F-32FB-4C90-AFCA-221F18A549D6}" destId="{7952AD3A-65C8-45D8-A67A-2B84169F15B9}" srcOrd="2" destOrd="0" presId="urn:microsoft.com/office/officeart/2005/8/layout/hProcess4"/>
    <dgm:cxn modelId="{88EBB787-45F4-4C79-B59B-7C61985827DB}" type="presParOf" srcId="{E329B04F-32FB-4C90-AFCA-221F18A549D6}" destId="{3826F9B5-0FCA-4BE2-B922-99E81C5264AA}" srcOrd="3" destOrd="0" presId="urn:microsoft.com/office/officeart/2005/8/layout/hProcess4"/>
    <dgm:cxn modelId="{D33D4429-250F-40FB-9146-9252F43ED005}" type="presParOf" srcId="{E329B04F-32FB-4C90-AFCA-221F18A549D6}" destId="{8AEFBF40-784C-447A-9A1D-9E5C1A22D4AD}" srcOrd="4" destOrd="0" presId="urn:microsoft.com/office/officeart/2005/8/layout/hProcess4"/>
    <dgm:cxn modelId="{CA48AA9E-BE54-48A9-9062-38578716A557}" type="presParOf" srcId="{41A53C47-2F7F-41BB-B34F-20679CA3EFAC}" destId="{B9B34C69-81F2-4530-9FD5-ED890D11F8A3}" srcOrd="9" destOrd="0" presId="urn:microsoft.com/office/officeart/2005/8/layout/hProcess4"/>
    <dgm:cxn modelId="{3DA9E0F3-0CF5-4B0E-B79F-B94CE01A63D1}" type="presParOf" srcId="{41A53C47-2F7F-41BB-B34F-20679CA3EFAC}" destId="{51AF6281-1B33-4D84-8826-393F834489E0}" srcOrd="10" destOrd="0" presId="urn:microsoft.com/office/officeart/2005/8/layout/hProcess4"/>
    <dgm:cxn modelId="{CE3D9B0F-DE2F-4D35-BBF9-3AC2B89B0955}" type="presParOf" srcId="{51AF6281-1B33-4D84-8826-393F834489E0}" destId="{977BA54A-D2A5-460C-BD43-BDC78E5D47D8}" srcOrd="0" destOrd="0" presId="urn:microsoft.com/office/officeart/2005/8/layout/hProcess4"/>
    <dgm:cxn modelId="{77EB714C-3077-4C5D-A56E-101660CE4163}" type="presParOf" srcId="{51AF6281-1B33-4D84-8826-393F834489E0}" destId="{97B23497-1C2C-416F-A373-269736EA42C6}" srcOrd="1" destOrd="0" presId="urn:microsoft.com/office/officeart/2005/8/layout/hProcess4"/>
    <dgm:cxn modelId="{ADCA57C7-A185-4AF2-A66A-18CF9ACEFB51}" type="presParOf" srcId="{51AF6281-1B33-4D84-8826-393F834489E0}" destId="{5DF74B15-998A-4989-94AB-EB38193A7108}" srcOrd="2" destOrd="0" presId="urn:microsoft.com/office/officeart/2005/8/layout/hProcess4"/>
    <dgm:cxn modelId="{8FC04483-9430-476D-9D5C-4A651A348DF9}" type="presParOf" srcId="{51AF6281-1B33-4D84-8826-393F834489E0}" destId="{D43B34D1-E562-43A4-93A1-39A16D0C9213}" srcOrd="3" destOrd="0" presId="urn:microsoft.com/office/officeart/2005/8/layout/hProcess4"/>
    <dgm:cxn modelId="{022F26AF-408C-4E78-88AE-D0FC5EB783D6}" type="presParOf" srcId="{51AF6281-1B33-4D84-8826-393F834489E0}" destId="{081FA145-6655-4AA7-8ADC-8A37010F1BE9}" srcOrd="4" destOrd="0" presId="urn:microsoft.com/office/officeart/2005/8/layout/hProcess4"/>
    <dgm:cxn modelId="{10DDEF7B-C8BF-434A-9C95-BC439816CD47}" type="presParOf" srcId="{41A53C47-2F7F-41BB-B34F-20679CA3EFAC}" destId="{66C3B4AE-2D55-4DBB-B642-194DD499D31F}" srcOrd="11" destOrd="0" presId="urn:microsoft.com/office/officeart/2005/8/layout/hProcess4"/>
    <dgm:cxn modelId="{10FF861E-6C73-4F87-8535-25E9910E6B74}" type="presParOf" srcId="{41A53C47-2F7F-41BB-B34F-20679CA3EFAC}" destId="{84F17C5A-5139-4229-8E22-18B388558AEE}" srcOrd="12" destOrd="0" presId="urn:microsoft.com/office/officeart/2005/8/layout/hProcess4"/>
    <dgm:cxn modelId="{AF4BFCF7-3656-4802-A7A0-B12492FFF57A}" type="presParOf" srcId="{84F17C5A-5139-4229-8E22-18B388558AEE}" destId="{43646F51-9DB6-4752-8F6C-E433888A7412}" srcOrd="0" destOrd="0" presId="urn:microsoft.com/office/officeart/2005/8/layout/hProcess4"/>
    <dgm:cxn modelId="{894F3F7B-556F-41E5-9F8A-C3FDAF69DD4C}" type="presParOf" srcId="{84F17C5A-5139-4229-8E22-18B388558AEE}" destId="{F82C5204-8C6D-4EF5-874D-E8DD7043801A}" srcOrd="1" destOrd="0" presId="urn:microsoft.com/office/officeart/2005/8/layout/hProcess4"/>
    <dgm:cxn modelId="{32E2836A-B58E-48D1-83C5-D2BEA662037C}" type="presParOf" srcId="{84F17C5A-5139-4229-8E22-18B388558AEE}" destId="{FA412738-282D-42F5-93C2-D238ADB00B9C}" srcOrd="2" destOrd="0" presId="urn:microsoft.com/office/officeart/2005/8/layout/hProcess4"/>
    <dgm:cxn modelId="{24FE058B-4F89-46E2-9FEA-8DAE1882CD71}" type="presParOf" srcId="{84F17C5A-5139-4229-8E22-18B388558AEE}" destId="{4C064E2F-D68D-4E3F-B5E7-16A0CCA03041}" srcOrd="3" destOrd="0" presId="urn:microsoft.com/office/officeart/2005/8/layout/hProcess4"/>
    <dgm:cxn modelId="{112A6AA1-50DC-48F6-AE2D-E12C500AFBAB}" type="presParOf" srcId="{84F17C5A-5139-4229-8E22-18B388558AEE}" destId="{7F10D674-D367-480E-B39F-C9A896E02D79}" srcOrd="4" destOrd="0" presId="urn:microsoft.com/office/officeart/2005/8/layout/h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9EE745-587F-422D-9D43-25DDE101DF0F}">
      <dsp:nvSpPr>
        <dsp:cNvPr id="0" name=""/>
        <dsp:cNvSpPr/>
      </dsp:nvSpPr>
      <dsp:spPr>
        <a:xfrm>
          <a:off x="7124" y="2951991"/>
          <a:ext cx="1211518" cy="999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 dirty="0"/>
            <a:t>QC FASTQ files</a:t>
          </a:r>
        </a:p>
      </dsp:txBody>
      <dsp:txXfrm>
        <a:off x="30119" y="2974986"/>
        <a:ext cx="1165528" cy="739134"/>
      </dsp:txXfrm>
    </dsp:sp>
    <dsp:sp modelId="{3378621D-5D5A-46FD-BF99-59D87E5F2E76}">
      <dsp:nvSpPr>
        <dsp:cNvPr id="0" name=""/>
        <dsp:cNvSpPr/>
      </dsp:nvSpPr>
      <dsp:spPr>
        <a:xfrm>
          <a:off x="702408" y="3241851"/>
          <a:ext cx="1259452" cy="1259452"/>
        </a:xfrm>
        <a:prstGeom prst="leftCircularArrow">
          <a:avLst>
            <a:gd name="adj1" fmla="val 2550"/>
            <a:gd name="adj2" fmla="val 309429"/>
            <a:gd name="adj3" fmla="val 2084940"/>
            <a:gd name="adj4" fmla="val 9024489"/>
            <a:gd name="adj5" fmla="val 2975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271838B5-507E-4765-A3FB-212FF2EE3352}">
      <dsp:nvSpPr>
        <dsp:cNvPr id="0" name=""/>
        <dsp:cNvSpPr/>
      </dsp:nvSpPr>
      <dsp:spPr>
        <a:xfrm>
          <a:off x="276350" y="3737115"/>
          <a:ext cx="1076905" cy="4282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/>
            <a:t>Step 1</a:t>
          </a:r>
        </a:p>
      </dsp:txBody>
      <dsp:txXfrm>
        <a:off x="288893" y="3749658"/>
        <a:ext cx="1051819" cy="403163"/>
      </dsp:txXfrm>
    </dsp:sp>
    <dsp:sp modelId="{864347E7-6F9F-44F2-B2F1-5099ECCB0E6A}">
      <dsp:nvSpPr>
        <dsp:cNvPr id="0" name=""/>
        <dsp:cNvSpPr/>
      </dsp:nvSpPr>
      <dsp:spPr>
        <a:xfrm>
          <a:off x="1506202" y="2951991"/>
          <a:ext cx="1211518" cy="999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Align to genome</a:t>
          </a:r>
          <a:endParaRPr lang="en-GB" sz="1400" kern="1200" dirty="0"/>
        </a:p>
      </dsp:txBody>
      <dsp:txXfrm>
        <a:off x="1529197" y="3189111"/>
        <a:ext cx="1165528" cy="739134"/>
      </dsp:txXfrm>
    </dsp:sp>
    <dsp:sp modelId="{CA7C9272-4830-4C47-B13D-95B693A272F6}">
      <dsp:nvSpPr>
        <dsp:cNvPr id="0" name=""/>
        <dsp:cNvSpPr/>
      </dsp:nvSpPr>
      <dsp:spPr>
        <a:xfrm>
          <a:off x="2191390" y="2362747"/>
          <a:ext cx="1414258" cy="1414258"/>
        </a:xfrm>
        <a:prstGeom prst="circularArrow">
          <a:avLst>
            <a:gd name="adj1" fmla="val 2271"/>
            <a:gd name="adj2" fmla="val 273786"/>
            <a:gd name="adj3" fmla="val 19550703"/>
            <a:gd name="adj4" fmla="val 12575511"/>
            <a:gd name="adj5" fmla="val 265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7D57798-2C1A-4BC0-833A-46F03DECB278}">
      <dsp:nvSpPr>
        <dsp:cNvPr id="0" name=""/>
        <dsp:cNvSpPr/>
      </dsp:nvSpPr>
      <dsp:spPr>
        <a:xfrm>
          <a:off x="1775428" y="2737866"/>
          <a:ext cx="1076905" cy="4282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Step 2</a:t>
          </a:r>
          <a:endParaRPr lang="en-GB" sz="2400" kern="1200" dirty="0"/>
        </a:p>
      </dsp:txBody>
      <dsp:txXfrm>
        <a:off x="1787971" y="2750409"/>
        <a:ext cx="1051819" cy="403163"/>
      </dsp:txXfrm>
    </dsp:sp>
    <dsp:sp modelId="{CDBDB953-D3C2-40E4-8026-D63C4606A3CB}">
      <dsp:nvSpPr>
        <dsp:cNvPr id="0" name=""/>
        <dsp:cNvSpPr/>
      </dsp:nvSpPr>
      <dsp:spPr>
        <a:xfrm>
          <a:off x="3005280" y="2951991"/>
          <a:ext cx="1211518" cy="999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Mark duplicates</a:t>
          </a:r>
          <a:endParaRPr lang="en-GB" sz="1400" kern="1200" dirty="0"/>
        </a:p>
      </dsp:txBody>
      <dsp:txXfrm>
        <a:off x="3028275" y="2974986"/>
        <a:ext cx="1165528" cy="739134"/>
      </dsp:txXfrm>
    </dsp:sp>
    <dsp:sp modelId="{49856261-A323-4CB1-BE78-850D5AD94658}">
      <dsp:nvSpPr>
        <dsp:cNvPr id="0" name=""/>
        <dsp:cNvSpPr/>
      </dsp:nvSpPr>
      <dsp:spPr>
        <a:xfrm>
          <a:off x="3700564" y="3241851"/>
          <a:ext cx="1259452" cy="1259452"/>
        </a:xfrm>
        <a:prstGeom prst="leftCircularArrow">
          <a:avLst>
            <a:gd name="adj1" fmla="val 2550"/>
            <a:gd name="adj2" fmla="val 309429"/>
            <a:gd name="adj3" fmla="val 2084940"/>
            <a:gd name="adj4" fmla="val 9024489"/>
            <a:gd name="adj5" fmla="val 2975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D372910-B43C-4921-BD42-90D3CDCB6A51}">
      <dsp:nvSpPr>
        <dsp:cNvPr id="0" name=""/>
        <dsp:cNvSpPr/>
      </dsp:nvSpPr>
      <dsp:spPr>
        <a:xfrm>
          <a:off x="3274507" y="3737115"/>
          <a:ext cx="1076905" cy="4282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Step 3 </a:t>
          </a:r>
          <a:endParaRPr lang="en-GB" sz="2400" kern="1200" dirty="0"/>
        </a:p>
      </dsp:txBody>
      <dsp:txXfrm>
        <a:off x="3287050" y="3749658"/>
        <a:ext cx="1051819" cy="403163"/>
      </dsp:txXfrm>
    </dsp:sp>
    <dsp:sp modelId="{74556E3F-9C97-4703-A13B-EBC3C2BBEF58}">
      <dsp:nvSpPr>
        <dsp:cNvPr id="0" name=""/>
        <dsp:cNvSpPr/>
      </dsp:nvSpPr>
      <dsp:spPr>
        <a:xfrm>
          <a:off x="4504359" y="2951991"/>
          <a:ext cx="1211518" cy="999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Base Score Quality Recalibration</a:t>
          </a:r>
          <a:endParaRPr lang="en-GB" sz="1400" kern="1200" dirty="0"/>
        </a:p>
      </dsp:txBody>
      <dsp:txXfrm>
        <a:off x="4527354" y="3189111"/>
        <a:ext cx="1165528" cy="739134"/>
      </dsp:txXfrm>
    </dsp:sp>
    <dsp:sp modelId="{BF470A77-6448-4483-A0BC-9C55E923B40B}">
      <dsp:nvSpPr>
        <dsp:cNvPr id="0" name=""/>
        <dsp:cNvSpPr/>
      </dsp:nvSpPr>
      <dsp:spPr>
        <a:xfrm>
          <a:off x="5189547" y="2362747"/>
          <a:ext cx="1414258" cy="1414258"/>
        </a:xfrm>
        <a:prstGeom prst="circularArrow">
          <a:avLst>
            <a:gd name="adj1" fmla="val 2271"/>
            <a:gd name="adj2" fmla="val 273786"/>
            <a:gd name="adj3" fmla="val 19550703"/>
            <a:gd name="adj4" fmla="val 12575511"/>
            <a:gd name="adj5" fmla="val 265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6C6AC76F-66B4-460E-8AAD-79DC960A3F1F}">
      <dsp:nvSpPr>
        <dsp:cNvPr id="0" name=""/>
        <dsp:cNvSpPr/>
      </dsp:nvSpPr>
      <dsp:spPr>
        <a:xfrm>
          <a:off x="4773585" y="2737866"/>
          <a:ext cx="1076905" cy="4282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Step 4</a:t>
          </a:r>
          <a:endParaRPr lang="en-GB" sz="2400" kern="1200" dirty="0"/>
        </a:p>
      </dsp:txBody>
      <dsp:txXfrm>
        <a:off x="4786128" y="2750409"/>
        <a:ext cx="1051819" cy="403163"/>
      </dsp:txXfrm>
    </dsp:sp>
    <dsp:sp modelId="{10D10A8E-94DF-4D43-9689-58F6C819490F}">
      <dsp:nvSpPr>
        <dsp:cNvPr id="0" name=""/>
        <dsp:cNvSpPr/>
      </dsp:nvSpPr>
      <dsp:spPr>
        <a:xfrm>
          <a:off x="6003437" y="2951991"/>
          <a:ext cx="1211518" cy="999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Variant Calling</a:t>
          </a:r>
          <a:endParaRPr lang="en-GB" sz="1400" kern="1200" dirty="0"/>
        </a:p>
      </dsp:txBody>
      <dsp:txXfrm>
        <a:off x="6026432" y="2974986"/>
        <a:ext cx="1165528" cy="739134"/>
      </dsp:txXfrm>
    </dsp:sp>
    <dsp:sp modelId="{B9B34C69-81F2-4530-9FD5-ED890D11F8A3}">
      <dsp:nvSpPr>
        <dsp:cNvPr id="0" name=""/>
        <dsp:cNvSpPr/>
      </dsp:nvSpPr>
      <dsp:spPr>
        <a:xfrm>
          <a:off x="6698721" y="3241851"/>
          <a:ext cx="1259452" cy="1259452"/>
        </a:xfrm>
        <a:prstGeom prst="leftCircularArrow">
          <a:avLst>
            <a:gd name="adj1" fmla="val 2550"/>
            <a:gd name="adj2" fmla="val 309429"/>
            <a:gd name="adj3" fmla="val 2084940"/>
            <a:gd name="adj4" fmla="val 9024489"/>
            <a:gd name="adj5" fmla="val 2975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3826F9B5-0FCA-4BE2-B922-99E81C5264AA}">
      <dsp:nvSpPr>
        <dsp:cNvPr id="0" name=""/>
        <dsp:cNvSpPr/>
      </dsp:nvSpPr>
      <dsp:spPr>
        <a:xfrm>
          <a:off x="6272663" y="3737115"/>
          <a:ext cx="1076905" cy="4282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6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Step 5</a:t>
          </a:r>
          <a:endParaRPr lang="en-GB" sz="2400" kern="1200" dirty="0"/>
        </a:p>
      </dsp:txBody>
      <dsp:txXfrm>
        <a:off x="6285206" y="3749658"/>
        <a:ext cx="1051819" cy="403163"/>
      </dsp:txXfrm>
    </dsp:sp>
    <dsp:sp modelId="{97B23497-1C2C-416F-A373-269736EA42C6}">
      <dsp:nvSpPr>
        <dsp:cNvPr id="0" name=""/>
        <dsp:cNvSpPr/>
      </dsp:nvSpPr>
      <dsp:spPr>
        <a:xfrm>
          <a:off x="7502515" y="2951991"/>
          <a:ext cx="1211518" cy="999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Variant Annotation</a:t>
          </a:r>
          <a:endParaRPr lang="en-GB" sz="1400" kern="1200" dirty="0"/>
        </a:p>
      </dsp:txBody>
      <dsp:txXfrm>
        <a:off x="7525510" y="3189111"/>
        <a:ext cx="1165528" cy="739134"/>
      </dsp:txXfrm>
    </dsp:sp>
    <dsp:sp modelId="{66C3B4AE-2D55-4DBB-B642-194DD499D31F}">
      <dsp:nvSpPr>
        <dsp:cNvPr id="0" name=""/>
        <dsp:cNvSpPr/>
      </dsp:nvSpPr>
      <dsp:spPr>
        <a:xfrm>
          <a:off x="8187703" y="2362747"/>
          <a:ext cx="1414258" cy="1414258"/>
        </a:xfrm>
        <a:prstGeom prst="circularArrow">
          <a:avLst>
            <a:gd name="adj1" fmla="val 2271"/>
            <a:gd name="adj2" fmla="val 273786"/>
            <a:gd name="adj3" fmla="val 19550703"/>
            <a:gd name="adj4" fmla="val 12575511"/>
            <a:gd name="adj5" fmla="val 265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43B34D1-E562-43A4-93A1-39A16D0C9213}">
      <dsp:nvSpPr>
        <dsp:cNvPr id="0" name=""/>
        <dsp:cNvSpPr/>
      </dsp:nvSpPr>
      <dsp:spPr>
        <a:xfrm>
          <a:off x="7771742" y="2737866"/>
          <a:ext cx="1076905" cy="4282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Step 6</a:t>
          </a:r>
          <a:endParaRPr lang="en-GB" sz="2400" kern="1200" dirty="0"/>
        </a:p>
      </dsp:txBody>
      <dsp:txXfrm>
        <a:off x="7784285" y="2750409"/>
        <a:ext cx="1051819" cy="403163"/>
      </dsp:txXfrm>
    </dsp:sp>
    <dsp:sp modelId="{F82C5204-8C6D-4EF5-874D-E8DD7043801A}">
      <dsp:nvSpPr>
        <dsp:cNvPr id="0" name=""/>
        <dsp:cNvSpPr/>
      </dsp:nvSpPr>
      <dsp:spPr>
        <a:xfrm>
          <a:off x="9001593" y="2951991"/>
          <a:ext cx="1211518" cy="99924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400" kern="1200"/>
            <a:t>Variant Filtering</a:t>
          </a:r>
          <a:endParaRPr lang="en-GB" sz="1400" kern="1200" dirty="0"/>
        </a:p>
      </dsp:txBody>
      <dsp:txXfrm>
        <a:off x="9024588" y="2974986"/>
        <a:ext cx="1165528" cy="739134"/>
      </dsp:txXfrm>
    </dsp:sp>
    <dsp:sp modelId="{4C064E2F-D68D-4E3F-B5E7-16A0CCA03041}">
      <dsp:nvSpPr>
        <dsp:cNvPr id="0" name=""/>
        <dsp:cNvSpPr/>
      </dsp:nvSpPr>
      <dsp:spPr>
        <a:xfrm>
          <a:off x="9270820" y="3737115"/>
          <a:ext cx="1076905" cy="42824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5720" tIns="30480" rIns="4572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/>
            <a:t>Step 7</a:t>
          </a:r>
          <a:endParaRPr lang="en-GB" sz="2400" kern="1200" dirty="0"/>
        </a:p>
      </dsp:txBody>
      <dsp:txXfrm>
        <a:off x="9283363" y="3749658"/>
        <a:ext cx="1051819" cy="40316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4">
  <dgm:title val=""/>
  <dgm:desc val=""/>
  <dgm:catLst>
    <dgm:cat type="process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tSp" refType="w"/>
      <dgm:constr type="h" for="ch" forName="tSp" refType="h" fact="0.15"/>
      <dgm:constr type="l" for="ch" forName="tSp"/>
      <dgm:constr type="t" for="ch" forName="tSp"/>
      <dgm:constr type="w" for="ch" forName="bSp" refType="w"/>
      <dgm:constr type="h" for="ch" forName="bSp" refType="h" fact="0.15"/>
      <dgm:constr type="l" for="ch" forName="bSp"/>
      <dgm:constr type="t" for="ch" forName="bSp" refType="h" fact="0.85"/>
      <dgm:constr type="w" for="ch" forName="process" refType="w"/>
      <dgm:constr type="h" for="ch" forName="process" refType="h" fact="0.7"/>
      <dgm:constr type="l" for="ch" forName="process"/>
      <dgm:constr type="t" for="ch" forName="process" refType="h" fact="0.15"/>
    </dgm:constrLst>
    <dgm:ruleLst/>
    <dgm:layoutNode name="t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bSp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process">
      <dgm:choose name="Name1">
        <dgm:if name="Name2" func="var" arg="dir" op="equ" val="norm">
          <dgm:alg type="lin">
            <dgm:param type="linDir" val="fromL"/>
          </dgm:alg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1" refType="w"/>
        <dgm:constr type="w" for="ch" forName="composite2" refType="w" refFor="ch" refForName="composite1" op="equ"/>
        <dgm:constr type="h" for="ch" forName="composite1" refType="h"/>
        <dgm:constr type="h" for="ch" forName="composite2" refType="h" refFor="ch" refForName="composite1" op="equ"/>
        <dgm:constr type="primFontSz" for="des" forName="parentNode1" val="65"/>
        <dgm:constr type="primFontSz" for="des" forName="parentNode2" refType="primFontSz" refFor="des" refForName="parentNode1" op="equ"/>
        <dgm:constr type="secFontSz" for="des" forName="childNode1tx" val="65"/>
        <dgm:constr type="secFontSz" for="des" forName="childNode2tx" refType="secFontSz" refFor="des" refForName="childNode1tx" op="equ"/>
        <dgm:constr type="w" for="des" ptType="sibTrans" refType="w" refFor="ch" refForName="composite1" op="equ" fact="0.05"/>
      </dgm:constrLst>
      <dgm:ruleLst/>
      <dgm:forEach name="Name4" axis="ch" ptType="node" step="2">
        <dgm:layoutNode name="composite1">
          <dgm:alg type="composite">
            <dgm:param type="ar" val="0.943"/>
          </dgm:alg>
          <dgm:shape xmlns:r="http://schemas.openxmlformats.org/officeDocument/2006/relationships" r:blip="">
            <dgm:adjLst/>
          </dgm:shape>
          <dgm:presOf/>
          <dgm:choose name="Name5">
            <dgm:if name="Name6" func="var" arg="dir" op="equ" val="norm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 refType="w" fact="0.2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35"/>
              </dgm:constrLst>
            </dgm:if>
            <dgm:else name="Name7">
              <dgm:constrLst>
                <dgm:constr type="h" refType="w" fact="1.06"/>
                <dgm:constr type="w" for="ch" forName="dummyNode1" refType="w"/>
                <dgm:constr type="h" for="ch" forName="dummyNode1" refType="h"/>
                <dgm:constr type="t" for="ch" forName="dummyNode1"/>
                <dgm:constr type="l" for="ch" forName="dummyNode1"/>
                <dgm:constr type="w" for="ch" forName="childNode1" refType="w" fact="0.9"/>
                <dgm:constr type="h" for="ch" forName="childNode1" refType="h" fact="0.7"/>
                <dgm:constr type="t" for="ch" forName="childNode1" refType="h" fact="0.15"/>
                <dgm:constr type="l" for="ch" forName="childNode1" refType="w" fact="0.1"/>
                <dgm:constr type="w" for="ch" forName="childNode1tx" refType="w" fact="0.9"/>
                <dgm:constr type="h" for="ch" forName="childNode1tx" refType="h" fact="0.55"/>
                <dgm:constr type="t" for="ch" forName="childNode1tx" refType="h" fact="0.15"/>
                <dgm:constr type="l" for="ch" forName="childNode1tx" refType="w" fact="0.1"/>
                <dgm:constr type="w" for="ch" forName="parentNode1" refType="w" fact="0.8"/>
                <dgm:constr type="h" for="ch" forName="parentNode1" refType="h" fact="0.3"/>
                <dgm:constr type="t" for="ch" forName="parentNode1" refType="h" fact="0.7"/>
                <dgm:constr type="l" for="ch" forName="parentNode1"/>
                <dgm:constr type="w" for="ch" forName="connSite1" refType="w" fact="0.01"/>
                <dgm:constr type="h" for="ch" forName="connSite1" refType="h" fact="0.01"/>
                <dgm:constr type="t" for="ch" forName="connSite1"/>
                <dgm:constr type="l" for="ch" forName="connSite1" refType="w" fact="0.65"/>
              </dgm:constrLst>
            </dgm:else>
          </dgm:choose>
          <dgm:ruleLst/>
          <dgm:layoutNode name="dummyNode1">
            <dgm:alg type="sp"/>
            <dgm:shape xmlns:r="http://schemas.openxmlformats.org/officeDocument/2006/relationships" type="rect" r:blip="" hideGeom="1">
              <dgm:adjLst/>
            </dgm:shape>
            <dgm:presOf/>
            <dgm:constrLst/>
            <dgm:ruleLst/>
          </dgm:layoutNode>
          <dgm:layoutNode name="childNode1" styleLbl="bgAcc1">
            <dgm:varLst>
              <dgm:bulletEnabled val="1"/>
            </dgm:varLst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/>
            <dgm:ruleLst/>
          </dgm:layoutNode>
          <dgm:layoutNode name="childNode1tx" styleLbl="bgAcc1">
            <dgm:varLst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 axis="des" ptType="node"/>
            <dgm:constrLst>
              <dgm:constr type="secFontSz" val="65"/>
              <dgm:constr type="primFontSz" refType="secFontSz"/>
              <dgm:constr type="tMarg" refType="secFontSz" fact="0.15"/>
              <dgm:constr type="bMarg" refType="secFontSz" fact="0.15"/>
              <dgm:constr type="lMarg" refType="secFontSz" fact="0.15"/>
              <dgm:constr type="rMarg" refType="secFontSz" fact="0.15"/>
            </dgm:constrLst>
            <dgm:ruleLst>
              <dgm:rule type="secFontSz" val="5" fact="NaN" max="NaN"/>
            </dgm:ruleLst>
          </dgm:layoutNode>
          <dgm:layoutNode name="parentNode1" styleLbl="node1">
            <dgm:varLst>
              <dgm:chMax val="1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1"/>
              <dgm:constr type="bMarg" refType="primFontSz" fact="0.1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  <dgm:layoutNode name="connSite1" moveWith="childNode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forEach name="Name8" axis="followSib" ptType="sibTrans" cnt="1">
          <dgm:layoutNode name="Name9">
            <dgm:alg type="conn">
              <dgm:param type="connRout" val="curve"/>
              <dgm:param type="srcNode" val="parentNode1"/>
              <dgm:param type="dstNode" val="connSite2"/>
              <dgm:param type="begPts" val="bCtr"/>
              <dgm:param type="endPts" val="bCtr"/>
            </dgm:alg>
            <dgm:shape xmlns:r="http://schemas.openxmlformats.org/officeDocument/2006/relationships" type="conn" r:blip="" zOrderOff="-2">
              <dgm:adjLst/>
            </dgm:shape>
            <dgm:presOf axis="self"/>
            <dgm:choose name="Name10">
              <dgm:if name="Name11" func="var" arg="dir" op="equ" val="norm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-1.15"/>
                  <dgm:constr type="begPad"/>
                  <dgm:constr type="endPad"/>
                </dgm:constrLst>
              </dgm:if>
              <dgm:else name="Name12">
                <dgm:constrLst>
                  <dgm:constr type="h" refType="w" fact="0.35"/>
                  <dgm:constr type="wArH" refType="h"/>
                  <dgm:constr type="hArH" refType="h"/>
                  <dgm:constr type="connDist"/>
                  <dgm:constr type="diam" refType="connDist" fact="1.15"/>
                  <dgm:constr type="begPad"/>
                  <dgm:constr type="endPad"/>
                </dgm:constrLst>
              </dgm:else>
            </dgm:choose>
            <dgm:ruleLst/>
          </dgm:layoutNode>
        </dgm:forEach>
        <dgm:forEach name="Name13" axis="followSib" ptType="node" cnt="1">
          <dgm:layoutNode name="composite2">
            <dgm:alg type="composite">
              <dgm:param type="ar" val="0.943"/>
            </dgm:alg>
            <dgm:shape xmlns:r="http://schemas.openxmlformats.org/officeDocument/2006/relationships" r:blip="">
              <dgm:adjLst/>
            </dgm:shape>
            <dgm:presOf/>
            <dgm:choose name="Name14">
              <dgm:if name="Name15" func="var" arg="dir" op="equ" val="norm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 refType="w" fact="0.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25"/>
                </dgm:constrLst>
              </dgm:if>
              <dgm:else name="Name16">
                <dgm:constrLst>
                  <dgm:constr type="h" refType="w" fact="1.06"/>
                  <dgm:constr type="w" for="ch" forName="dummyNode2" refType="w"/>
                  <dgm:constr type="h" for="ch" forName="dummyNode2" refType="h"/>
                  <dgm:constr type="t" for="ch" forName="dummyNode2"/>
                  <dgm:constr type="l" for="ch" forName="dummyNode2"/>
                  <dgm:constr type="w" for="ch" forName="childNode2" refType="w" fact="0.9"/>
                  <dgm:constr type="h" for="ch" forName="childNode2" refType="h" fact="0.7"/>
                  <dgm:constr type="t" for="ch" forName="childNode2" refType="h" fact="0.15"/>
                  <dgm:constr type="l" for="ch" forName="childNode2" refType="w" fact="0.1"/>
                  <dgm:constr type="w" for="ch" forName="childNode2tx" refType="w" fact="0.9"/>
                  <dgm:constr type="h" for="ch" forName="childNode2tx" refType="h" fact="0.55"/>
                  <dgm:constr type="t" for="ch" forName="childNode2tx" refType="h" fact="0.3"/>
                  <dgm:constr type="l" for="ch" forName="childNode2tx" refType="w" fact="0.1"/>
                  <dgm:constr type="w" for="ch" forName="parentNode2" refType="w" fact="0.8"/>
                  <dgm:constr type="h" for="ch" forName="parentNode2" refType="h" fact="0.3"/>
                  <dgm:constr type="t" for="ch" forName="parentNode2"/>
                  <dgm:constr type="l" for="ch" forName="parentNode2"/>
                  <dgm:constr type="w" for="ch" forName="connSite2" refType="w" fact="0.01"/>
                  <dgm:constr type="h" for="ch" forName="connSite2" refType="h" fact="0.01"/>
                  <dgm:constr type="t" for="ch" forName="connSite2" refType="h" fact="0.99"/>
                  <dgm:constr type="l" for="ch" forName="connSite2" refType="w" fact="0.85"/>
                </dgm:constrLst>
              </dgm:else>
            </dgm:choose>
            <dgm:ruleLst/>
            <dgm:layoutNode name="dummyNode2">
              <dgm:alg type="sp"/>
              <dgm:shape xmlns:r="http://schemas.openxmlformats.org/officeDocument/2006/relationships" type="rect" r:blip="" hideGeom="1">
                <dgm:adjLst/>
              </dgm:shape>
              <dgm:presOf/>
              <dgm:constrLst/>
              <dgm:ruleLst/>
            </dgm:layoutNode>
            <dgm:layoutNode name="childNode2" styleLbl="bgAcc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des" ptType="node"/>
              <dgm:constrLst/>
              <dgm:ruleLst/>
            </dgm:layoutNode>
            <dgm:layoutNode name="childNode2tx" styleLbl="bgAcc1">
              <dgm:varLst>
                <dgm:bulletEnabled val="1"/>
              </dgm:varLst>
              <dgm:alg type="tx">
                <dgm:param type="stBulletLvl" val="1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15"/>
                <dgm:constr type="bMarg" refType="secFontSz" fact="0.15"/>
                <dgm:constr type="lMarg" refType="secFontSz" fact="0.15"/>
                <dgm:constr type="rMarg" refType="secFontSz" fact="0.15"/>
              </dgm:constrLst>
              <dgm:ruleLst>
                <dgm:rule type="secFontSz" val="5" fact="NaN" max="NaN"/>
              </dgm:ruleLst>
            </dgm:layoutNode>
            <dgm:layoutNode name="parentNode2" styleLbl="node1">
              <dgm:varLst>
                <dgm:chMax val="0"/>
                <dgm:bulletEnabled val="1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connSite2" moveWith="childNode2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layoutNode>
          <dgm:forEach name="Name17" axis="followSib" ptType="sibTrans" cnt="1">
            <dgm:layoutNode name="Name18">
              <dgm:alg type="conn">
                <dgm:param type="connRout" val="curve"/>
                <dgm:param type="srcNode" val="parentNode2"/>
                <dgm:param type="dstNode" val="connSite1"/>
                <dgm:param type="begPts" val="tCtr"/>
                <dgm:param type="endPts" val="tCtr"/>
              </dgm:alg>
              <dgm:shape xmlns:r="http://schemas.openxmlformats.org/officeDocument/2006/relationships" type="conn" r:blip="" zOrderOff="-2">
                <dgm:adjLst/>
              </dgm:shape>
              <dgm:presOf axis="self"/>
              <dgm:choose name="Name19">
                <dgm:if name="Name20" func="var" arg="dir" op="equ" val="norm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1.15"/>
                    <dgm:constr type="begPad"/>
                    <dgm:constr type="endPad"/>
                  </dgm:constrLst>
                </dgm:if>
                <dgm:else name="Name21">
                  <dgm:constrLst>
                    <dgm:constr type="h" refType="w" fact="0.35"/>
                    <dgm:constr type="wArH" refType="h"/>
                    <dgm:constr type="hArH" refType="h"/>
                    <dgm:constr type="connDist"/>
                    <dgm:constr type="diam" refType="connDist" fact="-1.15"/>
                    <dgm:constr type="begPad"/>
                    <dgm:constr type="endPad"/>
                  </dgm:constrLst>
                </dgm:else>
              </dgm:choose>
              <dgm:ruleLst/>
            </dgm:layoutNode>
          </dgm:forEach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311F03-7EDA-4EFC-9FB2-15F78E425FE3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5704A0-5614-4E31-B499-FE0AEC23C7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843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Computer script on a screen">
            <a:extLst>
              <a:ext uri="{FF2B5EF4-FFF2-40B4-BE49-F238E27FC236}">
                <a16:creationId xmlns:a16="http://schemas.microsoft.com/office/drawing/2014/main" id="{1BB2120E-8EB2-3526-4746-4C438074D3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7" b="871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4D44448-B5E1-9451-739D-0F63161B74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31200-6F9A-E57C-96CB-B89E21C70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7A4BF7-8BA4-339A-1B8B-AC18B072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1E835-B7F6-48EB-9DA2-1EBB6933C595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5BDE2-74C4-B727-5FA2-75CBFF4AB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4961B-53B7-FDEF-FAAD-2E784BF1E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C33FB-EF85-45D5-AD6C-403C7B89252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5503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1D659-27C1-9838-04B0-E7982361A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50A6C-CB23-84EF-301D-080DAB303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09862-3EF1-B3A5-FEA3-69E184515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BC77C-4F6B-B22C-2629-28C0B8661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28A64C-BD06-E06D-D649-6060D849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861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C2E87-40F1-F0A5-1486-1762369B3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1651CF-A32C-890A-0563-01D1F2761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4B889-1248-639B-DF0F-4860C24BD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AA2F3-FA4A-FE07-0AEA-289EF3060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052CDE-454D-F5BE-9F51-6E94151F5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833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7B744-588C-A51D-9CD4-AD3E02DB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075A1-73C8-D02F-A94A-348DD92FB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975467-E7EF-9869-5F34-16C278D4E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33D4C-99D4-BBC0-5863-E8628D6B6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BA0D07-207D-A542-9741-739EF3EBC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6091C-6693-6D52-461D-FC9DABB1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713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F12BD-16A3-F354-784F-114EC2E86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454EA2-BFEE-E3EB-8114-315183BD6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9D9239-35E7-C3AC-D9A1-7CE985C29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C0B70B-E534-73EE-C5A8-141156B28D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78ED5D-DC6D-78A3-18EC-B565CA7AF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77D6D5-A0F8-4C3C-AF00-4762D9619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10EDD7-56B1-9D19-AA61-84497F70C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EF4AE8-C1DC-D6C1-6C4D-09A7DFDA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2448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68D95-67B3-4101-D688-B5658045B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F47856-688D-A2A8-2772-9F19BE44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E520CA-9780-C735-AE6C-E036CCE07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B873D8-9B2A-8D8F-68F5-1F65A2DD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6367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2BB1B-9EF4-C761-D348-71A842C8E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9D86E5-CFDA-7F92-F596-402846D9D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3A9F3-2885-B1E0-69F7-4ACAA4777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58173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18C3B-AE67-C457-B259-A677635D1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327BA0-9841-DB3D-E162-E02AF2575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8EB41-CB6C-248D-0CD5-3D8CF10B39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3C2246-007D-117B-6F66-315B10DE7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213A83-8ADC-27A1-BE13-8FFF76375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B34DEE-8061-5FD6-D6D7-DC25C3B6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428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218A2-D3D1-1686-44BA-4DCD939A4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7967CA-C7CC-E2EA-1F03-1D6C777FE4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BDEBE-2463-9E39-9629-C401CE28C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1B056D-FF5D-25FD-8B7A-B13DF0493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3E01C6-C6A6-48EF-7455-61249946E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036A91-50F3-7B02-D414-4B946260A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8434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FBB05-3402-FAC3-8D96-878D9FC3D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7D229-D8DA-4320-D558-0691195DB2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7415BB-8BA5-A2EB-B4D6-D40FFD0E6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B5D2E-DA5C-3B9F-845A-91F108670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8A137-5855-C227-F6BC-7E01BC9B6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945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97A1F2-08B3-FCE2-ED8A-3C7E4743F3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7264BA-12D3-2E05-6569-17A49BA2D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5B4FCA-C35C-01BC-5725-3DB7092C55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9EE658-C749-46D0-9F70-1335EAE0CAA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CAEE5-D99B-80D9-5032-404DF6BB9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D63A-610D-D4F0-EC76-808C3F549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63BE94-2584-4500-B27C-847D3DA6656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6889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Network connection abstract against a white background">
            <a:extLst>
              <a:ext uri="{FF2B5EF4-FFF2-40B4-BE49-F238E27FC236}">
                <a16:creationId xmlns:a16="http://schemas.microsoft.com/office/drawing/2014/main" id="{A2DDA968-2CAF-A80C-4AA8-FD27C6162AA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902488" y="0"/>
            <a:ext cx="10289512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6ED7CB0-4409-6AB5-104E-6840E4244E5F}"/>
              </a:ext>
            </a:extLst>
          </p:cNvPr>
          <p:cNvSpPr/>
          <p:nvPr userDrawn="1"/>
        </p:nvSpPr>
        <p:spPr>
          <a:xfrm>
            <a:off x="-1" y="0"/>
            <a:ext cx="12192001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bg1">
                  <a:alpha val="0"/>
                </a:schemeClr>
              </a:gs>
              <a:gs pos="74000">
                <a:schemeClr val="bg1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656D0B-F44F-894D-257F-A0BF038F5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9A76A-B517-9604-A759-19160900A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D4B83-DC4C-2D8A-B449-2BDF8EE5B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7A74D-BEB7-4BCF-A9AF-220EE307941A}" type="datetimeFigureOut">
              <a:rPr lang="en-GB" smtClean="0"/>
              <a:t>03/11/2024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9766B-4D39-5756-0BA7-CC8B5F9746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DAE24-8D8D-6725-3E46-ADB5AB5FCC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BFF737-7BC6-42F4-8F72-67E6D6526C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3932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65000"/>
              <a:lumOff val="35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omputer script on a screen">
            <a:extLst>
              <a:ext uri="{FF2B5EF4-FFF2-40B4-BE49-F238E27FC236}">
                <a16:creationId xmlns:a16="http://schemas.microsoft.com/office/drawing/2014/main" id="{0CE462E9-C676-B225-2796-805D84FABD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17" b="871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11" name="Title 10"/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GB" b="1" i="1" dirty="0">
                <a:solidFill>
                  <a:srgbClr val="FFFFFF"/>
                </a:solidFill>
              </a:rPr>
              <a:t>Lecture 1: Next Generation Sequencing and DNA sequencing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2" name="Subtitle 11"/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GB" dirty="0" err="1">
                <a:solidFill>
                  <a:srgbClr val="FFFFFF"/>
                </a:solidFill>
              </a:rPr>
              <a:t>Dr.</a:t>
            </a:r>
            <a:r>
              <a:rPr lang="en-GB" dirty="0">
                <a:solidFill>
                  <a:srgbClr val="FFFFFF"/>
                </a:solidFill>
              </a:rPr>
              <a:t> Findlay Bewicke-Copley</a:t>
            </a:r>
          </a:p>
        </p:txBody>
      </p:sp>
    </p:spTree>
    <p:extLst>
      <p:ext uri="{BB962C8B-B14F-4D97-AF65-F5344CB8AC3E}">
        <p14:creationId xmlns:p14="http://schemas.microsoft.com/office/powerpoint/2010/main" val="3379320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FD1F5-A08B-C40B-EA72-BD30941F5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F1175-C639-636A-7CA8-518D42E2F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Understand the basics of Next Generation Sequencing </a:t>
            </a:r>
          </a:p>
          <a:p>
            <a:r>
              <a:rPr lang="en-GB" dirty="0"/>
              <a:t>Learn the files associated with NGS and DNA sequencing</a:t>
            </a:r>
          </a:p>
          <a:p>
            <a:r>
              <a:rPr lang="en-GB" dirty="0"/>
              <a:t>Touch on the different types of DNA sequencing </a:t>
            </a:r>
          </a:p>
        </p:txBody>
      </p:sp>
    </p:spTree>
    <p:extLst>
      <p:ext uri="{BB962C8B-B14F-4D97-AF65-F5344CB8AC3E}">
        <p14:creationId xmlns:p14="http://schemas.microsoft.com/office/powerpoint/2010/main" val="2175136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5ED5A-86B6-48DC-8212-81A26682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Generation Sequencing</a:t>
            </a:r>
          </a:p>
        </p:txBody>
      </p:sp>
      <p:pic>
        <p:nvPicPr>
          <p:cNvPr id="4100" name="Picture 4" descr="Next Generation Sequencing in Aquatic Models | IntechOpen">
            <a:extLst>
              <a:ext uri="{FF2B5EF4-FFF2-40B4-BE49-F238E27FC236}">
                <a16:creationId xmlns:a16="http://schemas.microsoft.com/office/drawing/2014/main" id="{3C171CBC-7354-4D2D-B050-F7C605C24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92802"/>
            <a:ext cx="5933814" cy="4545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Reversible terminator sequencing">
            <a:extLst>
              <a:ext uri="{FF2B5EF4-FFF2-40B4-BE49-F238E27FC236}">
                <a16:creationId xmlns:a16="http://schemas.microsoft.com/office/drawing/2014/main" id="{B0B81502-9E65-47C5-9A41-B02030721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95" y="1877074"/>
            <a:ext cx="4190905" cy="3977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038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4639-326F-0E86-72CA-CE4ABDDAC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AE0C1-B19B-FD85-2892-90C2D78E0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FASTA</a:t>
            </a:r>
          </a:p>
          <a:p>
            <a:pPr lvl="1"/>
            <a:r>
              <a:rPr lang="en-GB" dirty="0"/>
              <a:t>Raw sequence information</a:t>
            </a:r>
          </a:p>
          <a:p>
            <a:r>
              <a:rPr lang="en-GB" dirty="0"/>
              <a:t>FASTQ</a:t>
            </a:r>
          </a:p>
          <a:p>
            <a:pPr lvl="1"/>
            <a:r>
              <a:rPr lang="en-GB" dirty="0"/>
              <a:t>Sequencer read information</a:t>
            </a:r>
          </a:p>
          <a:p>
            <a:pPr lvl="1"/>
            <a:r>
              <a:rPr lang="en-GB" dirty="0"/>
              <a:t>Contains read ID, Sequence and base quality scores</a:t>
            </a:r>
          </a:p>
          <a:p>
            <a:r>
              <a:rPr lang="en-GB" dirty="0"/>
              <a:t>Sequence Alignment Map (SAM)</a:t>
            </a:r>
          </a:p>
          <a:p>
            <a:pPr lvl="1"/>
            <a:r>
              <a:rPr lang="en-GB" dirty="0"/>
              <a:t>Stores reads aligned to a genome</a:t>
            </a:r>
          </a:p>
          <a:p>
            <a:pPr lvl="1"/>
            <a:r>
              <a:rPr lang="en-GB" dirty="0"/>
              <a:t>Compressed: Binary Alignment Map (BAM)</a:t>
            </a:r>
          </a:p>
          <a:p>
            <a:r>
              <a:rPr lang="en-GB" dirty="0"/>
              <a:t>Variant Call Format (VCF)	</a:t>
            </a:r>
          </a:p>
          <a:p>
            <a:pPr lvl="1"/>
            <a:r>
              <a:rPr lang="en-GB" dirty="0"/>
              <a:t>Contains information on variant calls</a:t>
            </a:r>
          </a:p>
        </p:txBody>
      </p:sp>
    </p:spTree>
    <p:extLst>
      <p:ext uri="{BB962C8B-B14F-4D97-AF65-F5344CB8AC3E}">
        <p14:creationId xmlns:p14="http://schemas.microsoft.com/office/powerpoint/2010/main" val="185331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A07EA-252A-986D-CC5E-2838CD2D0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FASTA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F68E60-309B-621E-B5F9-66DE317842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605503"/>
            <a:ext cx="10744200" cy="26185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42A44CE-594F-6BF8-DDC5-7C14B219D227}"/>
              </a:ext>
            </a:extLst>
          </p:cNvPr>
          <p:cNvSpPr/>
          <p:nvPr/>
        </p:nvSpPr>
        <p:spPr>
          <a:xfrm>
            <a:off x="723900" y="2587573"/>
            <a:ext cx="1152525" cy="251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37A528-408B-8B15-4575-11DF8C629052}"/>
              </a:ext>
            </a:extLst>
          </p:cNvPr>
          <p:cNvSpPr/>
          <p:nvPr/>
        </p:nvSpPr>
        <p:spPr>
          <a:xfrm>
            <a:off x="723899" y="3601491"/>
            <a:ext cx="1152525" cy="251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4BA57D-7628-0701-A813-79E2D62F361E}"/>
              </a:ext>
            </a:extLst>
          </p:cNvPr>
          <p:cNvSpPr/>
          <p:nvPr/>
        </p:nvSpPr>
        <p:spPr>
          <a:xfrm>
            <a:off x="723898" y="4354447"/>
            <a:ext cx="1152525" cy="25199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9A524D-C5C7-2347-754C-CFE3DF56DA3A}"/>
              </a:ext>
            </a:extLst>
          </p:cNvPr>
          <p:cNvSpPr/>
          <p:nvPr/>
        </p:nvSpPr>
        <p:spPr>
          <a:xfrm>
            <a:off x="723898" y="2839569"/>
            <a:ext cx="10629902" cy="7619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2CA5BE-1EB2-C8AB-4159-49C40371E81F}"/>
              </a:ext>
            </a:extLst>
          </p:cNvPr>
          <p:cNvSpPr/>
          <p:nvPr/>
        </p:nvSpPr>
        <p:spPr>
          <a:xfrm>
            <a:off x="723898" y="3853488"/>
            <a:ext cx="10629902" cy="5009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7838B89-5BAE-315D-5354-B0A1E5A7BB85}"/>
              </a:ext>
            </a:extLst>
          </p:cNvPr>
          <p:cNvSpPr/>
          <p:nvPr/>
        </p:nvSpPr>
        <p:spPr>
          <a:xfrm>
            <a:off x="723898" y="4606214"/>
            <a:ext cx="10629902" cy="5009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82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4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B99ABFB5-89CF-1CAB-6610-01E49AD58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54" y="1548061"/>
            <a:ext cx="11936491" cy="20767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85ED5A-86B6-48DC-8212-81A266823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FASTQ</a:t>
            </a:r>
          </a:p>
        </p:txBody>
      </p:sp>
      <p:pic>
        <p:nvPicPr>
          <p:cNvPr id="6" name="Picture 4" descr="Quality (Phred) scores">
            <a:extLst>
              <a:ext uri="{FF2B5EF4-FFF2-40B4-BE49-F238E27FC236}">
                <a16:creationId xmlns:a16="http://schemas.microsoft.com/office/drawing/2014/main" id="{FE2DF07A-AE66-E6DA-4AE8-34E7E00E67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874"/>
          <a:stretch/>
        </p:blipFill>
        <p:spPr bwMode="auto">
          <a:xfrm>
            <a:off x="3244437" y="4126282"/>
            <a:ext cx="5703119" cy="1721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604C768-0DB9-3EE5-F68C-DCF656FB1FB3}"/>
              </a:ext>
            </a:extLst>
          </p:cNvPr>
          <p:cNvSpPr/>
          <p:nvPr/>
        </p:nvSpPr>
        <p:spPr>
          <a:xfrm>
            <a:off x="127754" y="1535192"/>
            <a:ext cx="3344342" cy="171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EEE1CB-E707-F654-A0E0-F588A9076789}"/>
              </a:ext>
            </a:extLst>
          </p:cNvPr>
          <p:cNvSpPr/>
          <p:nvPr/>
        </p:nvSpPr>
        <p:spPr>
          <a:xfrm>
            <a:off x="127753" y="1706642"/>
            <a:ext cx="11936491" cy="1714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F151E0-B82C-3B5F-20FA-3F8BBAEA3B01}"/>
              </a:ext>
            </a:extLst>
          </p:cNvPr>
          <p:cNvSpPr/>
          <p:nvPr/>
        </p:nvSpPr>
        <p:spPr>
          <a:xfrm>
            <a:off x="127752" y="2049542"/>
            <a:ext cx="11936491" cy="171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29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CD270-4DBF-D3C1-9E8E-5F3BA19C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FASTQC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263941-6C48-7859-28B6-9E929C4B8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6" y="1505183"/>
            <a:ext cx="6769812" cy="498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446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19537-1917-4B5B-AC54-40483801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 Alignment Map</a:t>
            </a:r>
          </a:p>
        </p:txBody>
      </p:sp>
      <p:pic>
        <p:nvPicPr>
          <p:cNvPr id="7172" name="Picture 4" descr="bam sam file format and examples of using samtools">
            <a:extLst>
              <a:ext uri="{FF2B5EF4-FFF2-40B4-BE49-F238E27FC236}">
                <a16:creationId xmlns:a16="http://schemas.microsoft.com/office/drawing/2014/main" id="{783911BF-D3D2-4380-A1C9-F009ACCEF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8487" y="-2224131"/>
            <a:ext cx="551497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SAMtool bitwise flag meaning explained: how to understand samflags without  pains | A Pillow Diary of an Expatriate Scientist">
            <a:extLst>
              <a:ext uri="{FF2B5EF4-FFF2-40B4-BE49-F238E27FC236}">
                <a16:creationId xmlns:a16="http://schemas.microsoft.com/office/drawing/2014/main" id="{8977F2CC-1DFD-4CDF-A659-5598EC26F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8887" y="1625357"/>
            <a:ext cx="2791225" cy="3949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Review of the CIGAR string format">
            <a:extLst>
              <a:ext uri="{FF2B5EF4-FFF2-40B4-BE49-F238E27FC236}">
                <a16:creationId xmlns:a16="http://schemas.microsoft.com/office/drawing/2014/main" id="{0B05D665-55C6-48F1-A93E-1BE8C1348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38722" y="5878698"/>
            <a:ext cx="3091554" cy="1688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79ACCC-244F-FD91-7946-53702198FB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787" y="2061957"/>
            <a:ext cx="10469436" cy="29436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65D33D7-799E-249D-C022-6DB5E5304B45}"/>
              </a:ext>
            </a:extLst>
          </p:cNvPr>
          <p:cNvSpPr/>
          <p:nvPr/>
        </p:nvSpPr>
        <p:spPr>
          <a:xfrm>
            <a:off x="171450" y="2047875"/>
            <a:ext cx="10474773" cy="15621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1A2074-2E96-6DCB-2D17-6D0D274AD198}"/>
              </a:ext>
            </a:extLst>
          </p:cNvPr>
          <p:cNvSpPr/>
          <p:nvPr/>
        </p:nvSpPr>
        <p:spPr>
          <a:xfrm>
            <a:off x="171449" y="2047875"/>
            <a:ext cx="2457451" cy="26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1D2C2F-2D7D-6A16-B2D2-AD03F40B3083}"/>
              </a:ext>
            </a:extLst>
          </p:cNvPr>
          <p:cNvSpPr/>
          <p:nvPr/>
        </p:nvSpPr>
        <p:spPr>
          <a:xfrm>
            <a:off x="171448" y="2205038"/>
            <a:ext cx="2457451" cy="26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0213F8-0E2E-A1D7-3C66-0888971B7BEA}"/>
              </a:ext>
            </a:extLst>
          </p:cNvPr>
          <p:cNvSpPr/>
          <p:nvPr/>
        </p:nvSpPr>
        <p:spPr>
          <a:xfrm>
            <a:off x="171448" y="2376695"/>
            <a:ext cx="5334002" cy="2667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0C381A-004C-AFA2-5FAE-D30A270DE79B}"/>
              </a:ext>
            </a:extLst>
          </p:cNvPr>
          <p:cNvSpPr/>
          <p:nvPr/>
        </p:nvSpPr>
        <p:spPr>
          <a:xfrm>
            <a:off x="171448" y="2605087"/>
            <a:ext cx="10469436" cy="100488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2322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19537-1917-4B5B-AC54-40483801C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Sequence Alignment Map</a:t>
            </a:r>
          </a:p>
        </p:txBody>
      </p:sp>
      <p:pic>
        <p:nvPicPr>
          <p:cNvPr id="7172" name="Picture 4" descr="bam sam file format and examples of using samtools">
            <a:extLst>
              <a:ext uri="{FF2B5EF4-FFF2-40B4-BE49-F238E27FC236}">
                <a16:creationId xmlns:a16="http://schemas.microsoft.com/office/drawing/2014/main" id="{783911BF-D3D2-4380-A1C9-F009ACCEF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9372" y="5000625"/>
            <a:ext cx="5514975" cy="1857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A79ACCC-244F-FD91-7946-53702198F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787" y="2061957"/>
            <a:ext cx="10469436" cy="294363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65D33D7-799E-249D-C022-6DB5E5304B45}"/>
              </a:ext>
            </a:extLst>
          </p:cNvPr>
          <p:cNvSpPr/>
          <p:nvPr/>
        </p:nvSpPr>
        <p:spPr>
          <a:xfrm>
            <a:off x="171450" y="3603326"/>
            <a:ext cx="10474773" cy="701974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BBDF172-ED7A-0DF9-DE2C-DB8157AA6F8C}"/>
              </a:ext>
            </a:extLst>
          </p:cNvPr>
          <p:cNvSpPr/>
          <p:nvPr/>
        </p:nvSpPr>
        <p:spPr>
          <a:xfrm>
            <a:off x="171450" y="4304460"/>
            <a:ext cx="10474773" cy="701974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010935-59E4-FA60-4FBB-EAA93E5A29A3}"/>
              </a:ext>
            </a:extLst>
          </p:cNvPr>
          <p:cNvSpPr/>
          <p:nvPr/>
        </p:nvSpPr>
        <p:spPr>
          <a:xfrm>
            <a:off x="171450" y="3600151"/>
            <a:ext cx="3425190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FCE5F3-9E6D-6CC3-CA74-E61C1C855B88}"/>
              </a:ext>
            </a:extLst>
          </p:cNvPr>
          <p:cNvSpPr/>
          <p:nvPr/>
        </p:nvSpPr>
        <p:spPr>
          <a:xfrm>
            <a:off x="3875310" y="3600151"/>
            <a:ext cx="381001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B4BD119-7BD3-A240-9BE0-81D6A18A88FE}"/>
              </a:ext>
            </a:extLst>
          </p:cNvPr>
          <p:cNvSpPr/>
          <p:nvPr/>
        </p:nvSpPr>
        <p:spPr>
          <a:xfrm>
            <a:off x="4506688" y="3599310"/>
            <a:ext cx="720631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B61629-42B5-B2C6-AA10-23DE596C11CE}"/>
              </a:ext>
            </a:extLst>
          </p:cNvPr>
          <p:cNvSpPr/>
          <p:nvPr/>
        </p:nvSpPr>
        <p:spPr>
          <a:xfrm>
            <a:off x="5166360" y="3599310"/>
            <a:ext cx="381000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03A5E5-67F0-70B9-40DA-0C75D2EA1B60}"/>
              </a:ext>
            </a:extLst>
          </p:cNvPr>
          <p:cNvSpPr/>
          <p:nvPr/>
        </p:nvSpPr>
        <p:spPr>
          <a:xfrm>
            <a:off x="5765070" y="3606089"/>
            <a:ext cx="536669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7EF5D-621B-6F56-C8A1-8C806ACB40E5}"/>
              </a:ext>
            </a:extLst>
          </p:cNvPr>
          <p:cNvSpPr/>
          <p:nvPr/>
        </p:nvSpPr>
        <p:spPr>
          <a:xfrm>
            <a:off x="6298975" y="3606089"/>
            <a:ext cx="437103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26E2198-19F6-E487-8C0B-994F40BD5DE0}"/>
              </a:ext>
            </a:extLst>
          </p:cNvPr>
          <p:cNvSpPr/>
          <p:nvPr/>
        </p:nvSpPr>
        <p:spPr>
          <a:xfrm>
            <a:off x="7025637" y="3606089"/>
            <a:ext cx="690153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7A0A0B-CFB9-B41C-8656-0ED6D96629DD}"/>
              </a:ext>
            </a:extLst>
          </p:cNvPr>
          <p:cNvSpPr/>
          <p:nvPr/>
        </p:nvSpPr>
        <p:spPr>
          <a:xfrm>
            <a:off x="8241135" y="3606089"/>
            <a:ext cx="2405088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FB55AE0-EE44-25C1-9B18-7A1B52CCF344}"/>
              </a:ext>
            </a:extLst>
          </p:cNvPr>
          <p:cNvSpPr/>
          <p:nvPr/>
        </p:nvSpPr>
        <p:spPr>
          <a:xfrm>
            <a:off x="171450" y="3795049"/>
            <a:ext cx="9658350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43F22E-B4D8-30CA-FF8A-3401CFAEDD4B}"/>
              </a:ext>
            </a:extLst>
          </p:cNvPr>
          <p:cNvSpPr/>
          <p:nvPr/>
        </p:nvSpPr>
        <p:spPr>
          <a:xfrm>
            <a:off x="9851891" y="3795049"/>
            <a:ext cx="794332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A255CE-A3AE-AC1D-1921-E6927B7943A7}"/>
              </a:ext>
            </a:extLst>
          </p:cNvPr>
          <p:cNvSpPr/>
          <p:nvPr/>
        </p:nvSpPr>
        <p:spPr>
          <a:xfrm>
            <a:off x="171450" y="3970579"/>
            <a:ext cx="10469436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D6DE7A6-8CB7-1AEB-DB1A-D2564D9970D1}"/>
              </a:ext>
            </a:extLst>
          </p:cNvPr>
          <p:cNvSpPr/>
          <p:nvPr/>
        </p:nvSpPr>
        <p:spPr>
          <a:xfrm>
            <a:off x="176787" y="4146109"/>
            <a:ext cx="712036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7ADA7AD-400D-5DF6-AACD-7F8B540AE2D5}"/>
              </a:ext>
            </a:extLst>
          </p:cNvPr>
          <p:cNvSpPr/>
          <p:nvPr/>
        </p:nvSpPr>
        <p:spPr>
          <a:xfrm>
            <a:off x="888823" y="4146109"/>
            <a:ext cx="7942757" cy="18698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728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3" grpId="0" animBg="1"/>
      <p:bldP spid="3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34DF7-3336-22E1-B5D4-F3942EA8C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 flags and CIGAR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C21DF-238E-C278-ED57-76539404B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 flag field of the SAM is a bitwise flag</a:t>
            </a:r>
          </a:p>
          <a:p>
            <a:pPr lvl="1"/>
            <a:r>
              <a:rPr lang="en-GB" dirty="0"/>
              <a:t>This allows tools to very quickly collect statistics about the alignments</a:t>
            </a:r>
          </a:p>
          <a:p>
            <a:r>
              <a:rPr lang="en-GB" dirty="0"/>
              <a:t>The CIGAR field contains information about </a:t>
            </a:r>
            <a:r>
              <a:rPr lang="en-GB" b="1" dirty="0"/>
              <a:t>HOW </a:t>
            </a:r>
            <a:r>
              <a:rPr lang="en-GB" dirty="0"/>
              <a:t>the read is aligned</a:t>
            </a:r>
          </a:p>
          <a:p>
            <a:pPr lvl="1"/>
            <a:r>
              <a:rPr lang="en-GB" dirty="0"/>
              <a:t>Compact Idiosyncratic Gapped Alignment Report</a:t>
            </a:r>
          </a:p>
          <a:p>
            <a:pPr lvl="1"/>
            <a:r>
              <a:rPr lang="en-GB" dirty="0"/>
              <a:t>Uses letters to indicate how bases are used in the alignments</a:t>
            </a:r>
          </a:p>
          <a:p>
            <a:pPr lvl="2"/>
            <a:r>
              <a:rPr lang="en-GB" dirty="0"/>
              <a:t>M – Match</a:t>
            </a:r>
          </a:p>
          <a:p>
            <a:pPr lvl="2"/>
            <a:r>
              <a:rPr lang="en-GB" dirty="0"/>
              <a:t>N – didn’t align</a:t>
            </a:r>
          </a:p>
          <a:p>
            <a:pPr lvl="2"/>
            <a:r>
              <a:rPr lang="en-GB" dirty="0"/>
              <a:t>D – Deletion</a:t>
            </a:r>
          </a:p>
          <a:p>
            <a:pPr lvl="2"/>
            <a:r>
              <a:rPr lang="en-GB" dirty="0"/>
              <a:t>I – Insertion etc …</a:t>
            </a:r>
          </a:p>
          <a:p>
            <a:pPr lvl="1"/>
            <a:r>
              <a:rPr lang="en-GB" dirty="0"/>
              <a:t>E.g. 75M10N15M would mean the first 75 bases match the reference, the next 10 don’t, then the last 15 do match</a:t>
            </a:r>
          </a:p>
          <a:p>
            <a:pPr lvl="1"/>
            <a:r>
              <a:rPr lang="en-GB" dirty="0"/>
              <a:t>These are usually only used by software downstream, but can help troubleshoot alignment issues.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D9B438-4F1A-4D2B-976A-53C59CB5669C}"/>
              </a:ext>
            </a:extLst>
          </p:cNvPr>
          <p:cNvGraphicFramePr>
            <a:graphicFrameLocks noGrp="1"/>
          </p:cNvGraphicFramePr>
          <p:nvPr/>
        </p:nvGraphicFramePr>
        <p:xfrm>
          <a:off x="4438650" y="3331250"/>
          <a:ext cx="33147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05100">
                  <a:extLst>
                    <a:ext uri="{9D8B030D-6E8A-4147-A177-3AD203B41FA5}">
                      <a16:colId xmlns:a16="http://schemas.microsoft.com/office/drawing/2014/main" val="405313896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467775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 dirty="0">
                          <a:effectLst/>
                        </a:rPr>
                        <a:t>read paired</a:t>
                      </a:r>
                      <a:endParaRPr lang="en-GB" sz="1100" b="0" i="0" u="none" strike="noStrike" dirty="0">
                        <a:solidFill>
                          <a:srgbClr val="55555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1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2756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 dirty="0">
                          <a:effectLst/>
                        </a:rPr>
                        <a:t>read mapped in proper pair</a:t>
                      </a:r>
                      <a:endParaRPr lang="en-GB" sz="1100" b="0" i="0" u="none" strike="noStrike" dirty="0">
                        <a:solidFill>
                          <a:srgbClr val="55555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96511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read unmapped</a:t>
                      </a:r>
                      <a:endParaRPr lang="en-GB" sz="1100" b="0" i="0" u="none" strike="noStrike">
                        <a:solidFill>
                          <a:srgbClr val="55555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469932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mate unmapped</a:t>
                      </a:r>
                      <a:endParaRPr lang="en-GB" sz="1100" b="0" i="0" u="none" strike="noStrike">
                        <a:solidFill>
                          <a:srgbClr val="55555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6862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read reverse strand</a:t>
                      </a:r>
                      <a:endParaRPr lang="en-GB" sz="1100" b="0" i="0" u="none" strike="noStrike">
                        <a:solidFill>
                          <a:srgbClr val="55555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16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87115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mate reverse strand</a:t>
                      </a:r>
                      <a:endParaRPr lang="en-GB" sz="1100" b="0" i="0" u="none" strike="noStrike">
                        <a:solidFill>
                          <a:srgbClr val="55555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>
                          <a:effectLst/>
                        </a:rPr>
                        <a:t>32</a:t>
                      </a:r>
                      <a:endParaRPr lang="en-GB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2089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first in pair</a:t>
                      </a:r>
                      <a:endParaRPr lang="en-GB" sz="1100" b="0" i="0" u="none" strike="noStrike">
                        <a:solidFill>
                          <a:srgbClr val="55555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64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05475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second in pair</a:t>
                      </a:r>
                      <a:endParaRPr lang="en-GB" sz="1100" b="0" i="0" u="none" strike="noStrike">
                        <a:solidFill>
                          <a:srgbClr val="55555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128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8108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not primary alignment</a:t>
                      </a:r>
                      <a:endParaRPr lang="en-GB" sz="1100" b="0" i="0" u="none" strike="noStrike">
                        <a:solidFill>
                          <a:srgbClr val="55555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256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7395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read fails platform/vendor quality checks</a:t>
                      </a:r>
                      <a:endParaRPr lang="en-GB" sz="1100" b="0" i="0" u="none" strike="noStrike">
                        <a:solidFill>
                          <a:srgbClr val="55555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512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2917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>
                          <a:effectLst/>
                        </a:rPr>
                        <a:t>read is PCR or optical duplicate</a:t>
                      </a:r>
                      <a:endParaRPr lang="en-GB" sz="1100" b="0" i="0" u="none" strike="noStrike">
                        <a:solidFill>
                          <a:srgbClr val="55555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1024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8229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u="none" strike="noStrike" dirty="0">
                          <a:effectLst/>
                        </a:rPr>
                        <a:t>supplementary alignment</a:t>
                      </a:r>
                      <a:endParaRPr lang="en-GB" sz="1100" b="0" i="0" u="none" strike="noStrike" dirty="0">
                        <a:solidFill>
                          <a:srgbClr val="555555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GB" sz="1100" u="none" strike="noStrike" dirty="0">
                          <a:effectLst/>
                        </a:rPr>
                        <a:t>2048</a:t>
                      </a:r>
                      <a:endParaRPr lang="en-GB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92064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6156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E0C2-76D0-4CD2-B404-BC31137B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Variant Calling (VCF)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0FD06-17BA-8884-58B8-08CE4FC15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2009381"/>
            <a:ext cx="11772900" cy="39838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A8DA82F-F745-EB2D-9273-A7CB8AA6DB0C}"/>
              </a:ext>
            </a:extLst>
          </p:cNvPr>
          <p:cNvSpPr/>
          <p:nvPr/>
        </p:nvSpPr>
        <p:spPr>
          <a:xfrm>
            <a:off x="209549" y="2009381"/>
            <a:ext cx="6924675" cy="28578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F3B479-9281-8949-557A-2F7EE1D77120}"/>
              </a:ext>
            </a:extLst>
          </p:cNvPr>
          <p:cNvSpPr/>
          <p:nvPr/>
        </p:nvSpPr>
        <p:spPr>
          <a:xfrm>
            <a:off x="209549" y="4867275"/>
            <a:ext cx="11772900" cy="11259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779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0E0C2-76D0-4CD2-B404-BC31137B0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Variant Calling (VCF)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80FD06-17BA-8884-58B8-08CE4FC15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2009381"/>
            <a:ext cx="11772900" cy="39838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7F3B479-9281-8949-557A-2F7EE1D77120}"/>
              </a:ext>
            </a:extLst>
          </p:cNvPr>
          <p:cNvSpPr/>
          <p:nvPr/>
        </p:nvSpPr>
        <p:spPr>
          <a:xfrm>
            <a:off x="209549" y="4867275"/>
            <a:ext cx="444875" cy="11259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E73D63-B9B8-3C47-8473-2B38E64B332F}"/>
              </a:ext>
            </a:extLst>
          </p:cNvPr>
          <p:cNvSpPr/>
          <p:nvPr/>
        </p:nvSpPr>
        <p:spPr>
          <a:xfrm>
            <a:off x="654424" y="4867275"/>
            <a:ext cx="457200" cy="11259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1E5043-91BF-F608-D385-6F9A4B61FDBF}"/>
              </a:ext>
            </a:extLst>
          </p:cNvPr>
          <p:cNvSpPr/>
          <p:nvPr/>
        </p:nvSpPr>
        <p:spPr>
          <a:xfrm>
            <a:off x="1111624" y="4867275"/>
            <a:ext cx="457200" cy="11259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97FA33-3F74-3C9A-E697-E79B0E0D161B}"/>
              </a:ext>
            </a:extLst>
          </p:cNvPr>
          <p:cNvSpPr/>
          <p:nvPr/>
        </p:nvSpPr>
        <p:spPr>
          <a:xfrm>
            <a:off x="1568824" y="4867275"/>
            <a:ext cx="457200" cy="11259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8469E6-45BD-97FD-C12C-8C0E78094CEA}"/>
              </a:ext>
            </a:extLst>
          </p:cNvPr>
          <p:cNvSpPr/>
          <p:nvPr/>
        </p:nvSpPr>
        <p:spPr>
          <a:xfrm>
            <a:off x="2026024" y="4867275"/>
            <a:ext cx="457200" cy="11259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051418-3602-446A-EBB7-CA5E835F1B22}"/>
              </a:ext>
            </a:extLst>
          </p:cNvPr>
          <p:cNvSpPr/>
          <p:nvPr/>
        </p:nvSpPr>
        <p:spPr>
          <a:xfrm>
            <a:off x="2483224" y="4867275"/>
            <a:ext cx="457200" cy="11259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2347E-ED42-7D68-8F7B-4E8E23563EF8}"/>
              </a:ext>
            </a:extLst>
          </p:cNvPr>
          <p:cNvSpPr/>
          <p:nvPr/>
        </p:nvSpPr>
        <p:spPr>
          <a:xfrm>
            <a:off x="2940424" y="4867275"/>
            <a:ext cx="457200" cy="11259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6CD109-B067-23A1-5421-36680A78B4B6}"/>
              </a:ext>
            </a:extLst>
          </p:cNvPr>
          <p:cNvSpPr/>
          <p:nvPr/>
        </p:nvSpPr>
        <p:spPr>
          <a:xfrm>
            <a:off x="3397624" y="4984375"/>
            <a:ext cx="1783976" cy="1008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D87D58-5E96-D4E9-796F-6314BAFC7135}"/>
              </a:ext>
            </a:extLst>
          </p:cNvPr>
          <p:cNvSpPr/>
          <p:nvPr/>
        </p:nvSpPr>
        <p:spPr>
          <a:xfrm>
            <a:off x="3397624" y="4867275"/>
            <a:ext cx="304800" cy="1302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A2E1EDA-6007-96F6-79DC-4098CA1AC9E4}"/>
              </a:ext>
            </a:extLst>
          </p:cNvPr>
          <p:cNvSpPr/>
          <p:nvPr/>
        </p:nvSpPr>
        <p:spPr>
          <a:xfrm>
            <a:off x="5163670" y="4984374"/>
            <a:ext cx="206189" cy="1008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187DD2-081E-7B97-A411-14B87FC1BFE3}"/>
              </a:ext>
            </a:extLst>
          </p:cNvPr>
          <p:cNvSpPr/>
          <p:nvPr/>
        </p:nvSpPr>
        <p:spPr>
          <a:xfrm>
            <a:off x="8386483" y="4980191"/>
            <a:ext cx="206189" cy="1008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46AB4A-903F-F3AC-7782-3F7CCAC8D1B4}"/>
              </a:ext>
            </a:extLst>
          </p:cNvPr>
          <p:cNvSpPr/>
          <p:nvPr/>
        </p:nvSpPr>
        <p:spPr>
          <a:xfrm>
            <a:off x="5369859" y="4980191"/>
            <a:ext cx="206189" cy="1008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C2B0AF9-AA5A-70B1-5310-4455E5024157}"/>
              </a:ext>
            </a:extLst>
          </p:cNvPr>
          <p:cNvSpPr/>
          <p:nvPr/>
        </p:nvSpPr>
        <p:spPr>
          <a:xfrm>
            <a:off x="8573060" y="4976006"/>
            <a:ext cx="206189" cy="10088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91724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3" grpId="0" animBg="1"/>
      <p:bldP spid="3" grpId="1" animBg="1"/>
      <p:bldP spid="4" grpId="0" animBg="1"/>
      <p:bldP spid="4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7C19A-4F25-47D3-0CEB-D80C2A91B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DNA sequencing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0B964-5CE1-8A39-08B5-BB0606AC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Mutations</a:t>
            </a:r>
          </a:p>
          <a:p>
            <a:pPr lvl="1"/>
            <a:r>
              <a:rPr lang="en-GB" dirty="0"/>
              <a:t>Single Nucleotide Variations (SNV)</a:t>
            </a:r>
          </a:p>
          <a:p>
            <a:pPr lvl="1"/>
            <a:r>
              <a:rPr lang="en-GB" dirty="0"/>
              <a:t>Insertions/deletions (indels)</a:t>
            </a:r>
          </a:p>
          <a:p>
            <a:r>
              <a:rPr lang="en-GB" dirty="0"/>
              <a:t>Structural Variants</a:t>
            </a:r>
          </a:p>
          <a:p>
            <a:pPr lvl="1"/>
            <a:r>
              <a:rPr lang="en-GB" dirty="0"/>
              <a:t>Copy Number Variation (CNV)</a:t>
            </a:r>
          </a:p>
          <a:p>
            <a:pPr lvl="1"/>
            <a:r>
              <a:rPr lang="en-GB" dirty="0"/>
              <a:t>Translocations</a:t>
            </a:r>
          </a:p>
          <a:p>
            <a:pPr lvl="1"/>
            <a:r>
              <a:rPr lang="en-GB" dirty="0"/>
              <a:t>Inversions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395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15A5E-18A3-2A19-7441-FDA641675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DNA sequencing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CAA2A-9A6A-F453-4429-62ECDB4E6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Whole Genome Sequencing (WGS)</a:t>
            </a:r>
          </a:p>
          <a:p>
            <a:pPr lvl="1"/>
            <a:r>
              <a:rPr lang="en-GB" dirty="0"/>
              <a:t>Aims to sequencing all the DNA in a sample</a:t>
            </a:r>
          </a:p>
          <a:p>
            <a:pPr lvl="1"/>
            <a:r>
              <a:rPr lang="en-GB" dirty="0"/>
              <a:t>Only 2% of the genome is thought to code for proteins</a:t>
            </a:r>
          </a:p>
          <a:p>
            <a:pPr lvl="1"/>
            <a:r>
              <a:rPr lang="en-GB" dirty="0"/>
              <a:t>If you’re only interested in coding variants, this means 98% of your WGS is wasted</a:t>
            </a:r>
          </a:p>
          <a:p>
            <a:r>
              <a:rPr lang="en-GB" dirty="0"/>
              <a:t>Whole Exome Sequencing (WES)</a:t>
            </a:r>
          </a:p>
          <a:p>
            <a:pPr lvl="1"/>
            <a:r>
              <a:rPr lang="en-GB" dirty="0"/>
              <a:t>Sequence every region of the genome that codes for protein</a:t>
            </a:r>
          </a:p>
          <a:p>
            <a:pPr lvl="1"/>
            <a:r>
              <a:rPr lang="en-GB" dirty="0"/>
              <a:t>Need to extract these regions from your sample first</a:t>
            </a:r>
          </a:p>
          <a:p>
            <a:r>
              <a:rPr lang="en-GB" dirty="0"/>
              <a:t>Targeted Sequencing</a:t>
            </a:r>
          </a:p>
          <a:p>
            <a:pPr lvl="1"/>
            <a:r>
              <a:rPr lang="en-GB" dirty="0"/>
              <a:t>As above, except you target specific regions of the genome instead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38453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928CDF7-8AE3-3FBE-9C50-1B867BA98506}"/>
              </a:ext>
            </a:extLst>
          </p:cNvPr>
          <p:cNvSpPr/>
          <p:nvPr/>
        </p:nvSpPr>
        <p:spPr>
          <a:xfrm>
            <a:off x="1681163" y="5136412"/>
            <a:ext cx="1640375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6679DB-7BBC-9AAA-9165-264DEAC5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Enrichment methods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16EA03-83D0-7E60-F1F0-F653F6DFA843}"/>
              </a:ext>
            </a:extLst>
          </p:cNvPr>
          <p:cNvSpPr/>
          <p:nvPr/>
        </p:nvSpPr>
        <p:spPr>
          <a:xfrm>
            <a:off x="1586523" y="5136412"/>
            <a:ext cx="123280" cy="814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A794B6-4881-1037-C534-17FB361E4B45}"/>
              </a:ext>
            </a:extLst>
          </p:cNvPr>
          <p:cNvSpPr/>
          <p:nvPr/>
        </p:nvSpPr>
        <p:spPr>
          <a:xfrm>
            <a:off x="3198258" y="5320788"/>
            <a:ext cx="123280" cy="814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EB6EB8-2C8F-1AAB-6AF5-2C4262E289C2}"/>
              </a:ext>
            </a:extLst>
          </p:cNvPr>
          <p:cNvSpPr/>
          <p:nvPr/>
        </p:nvSpPr>
        <p:spPr>
          <a:xfrm>
            <a:off x="1586523" y="5320788"/>
            <a:ext cx="1611735" cy="81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1A73CA-0CBB-EEBF-8DDA-41A490001DEB}"/>
              </a:ext>
            </a:extLst>
          </p:cNvPr>
          <p:cNvSpPr/>
          <p:nvPr/>
        </p:nvSpPr>
        <p:spPr>
          <a:xfrm>
            <a:off x="5773493" y="5136412"/>
            <a:ext cx="1640375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95237A-C37E-82D5-6D28-4837E0F9143A}"/>
              </a:ext>
            </a:extLst>
          </p:cNvPr>
          <p:cNvSpPr/>
          <p:nvPr/>
        </p:nvSpPr>
        <p:spPr>
          <a:xfrm>
            <a:off x="5678853" y="5136412"/>
            <a:ext cx="123280" cy="814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7BCB6AF-6F62-6D98-D71A-A3715A5A9441}"/>
              </a:ext>
            </a:extLst>
          </p:cNvPr>
          <p:cNvSpPr/>
          <p:nvPr/>
        </p:nvSpPr>
        <p:spPr>
          <a:xfrm>
            <a:off x="7290588" y="5320788"/>
            <a:ext cx="123280" cy="814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F95F05-9121-D365-3EDD-ADAB1E74CC19}"/>
              </a:ext>
            </a:extLst>
          </p:cNvPr>
          <p:cNvSpPr/>
          <p:nvPr/>
        </p:nvSpPr>
        <p:spPr>
          <a:xfrm>
            <a:off x="5678853" y="5320788"/>
            <a:ext cx="1611735" cy="81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8DE0416-6420-156C-20B1-737BA154410E}"/>
              </a:ext>
            </a:extLst>
          </p:cNvPr>
          <p:cNvSpPr/>
          <p:nvPr/>
        </p:nvSpPr>
        <p:spPr>
          <a:xfrm>
            <a:off x="6533451" y="4787810"/>
            <a:ext cx="1640375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395AFC-8429-7C6C-EC6F-625EE9264CEB}"/>
              </a:ext>
            </a:extLst>
          </p:cNvPr>
          <p:cNvSpPr/>
          <p:nvPr/>
        </p:nvSpPr>
        <p:spPr>
          <a:xfrm>
            <a:off x="6438811" y="4787810"/>
            <a:ext cx="123280" cy="814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60862F-D648-BF7C-9B86-6645ED2F1AE9}"/>
              </a:ext>
            </a:extLst>
          </p:cNvPr>
          <p:cNvSpPr/>
          <p:nvPr/>
        </p:nvSpPr>
        <p:spPr>
          <a:xfrm>
            <a:off x="8050546" y="4972186"/>
            <a:ext cx="123280" cy="814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1257DC-B8E8-8D57-C747-130CFFEB0C9F}"/>
              </a:ext>
            </a:extLst>
          </p:cNvPr>
          <p:cNvSpPr/>
          <p:nvPr/>
        </p:nvSpPr>
        <p:spPr>
          <a:xfrm>
            <a:off x="6438811" y="4972186"/>
            <a:ext cx="1611735" cy="81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4032833-8D33-6968-A415-177268B5A931}"/>
              </a:ext>
            </a:extLst>
          </p:cNvPr>
          <p:cNvSpPr/>
          <p:nvPr/>
        </p:nvSpPr>
        <p:spPr>
          <a:xfrm>
            <a:off x="7508508" y="4419058"/>
            <a:ext cx="1640375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243D17F-2F56-4EE6-3D0A-1BC0250CD3EA}"/>
              </a:ext>
            </a:extLst>
          </p:cNvPr>
          <p:cNvSpPr/>
          <p:nvPr/>
        </p:nvSpPr>
        <p:spPr>
          <a:xfrm>
            <a:off x="7413868" y="4419058"/>
            <a:ext cx="123280" cy="814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4F5ECD-F0D5-43E0-52B0-D52BCB0B82ED}"/>
              </a:ext>
            </a:extLst>
          </p:cNvPr>
          <p:cNvSpPr/>
          <p:nvPr/>
        </p:nvSpPr>
        <p:spPr>
          <a:xfrm>
            <a:off x="9025603" y="4603434"/>
            <a:ext cx="123280" cy="814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54675E-DDD4-20C5-55CB-EF5F2DC6A077}"/>
              </a:ext>
            </a:extLst>
          </p:cNvPr>
          <p:cNvSpPr/>
          <p:nvPr/>
        </p:nvSpPr>
        <p:spPr>
          <a:xfrm>
            <a:off x="7413868" y="4603434"/>
            <a:ext cx="1611735" cy="81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07D87A-BC74-71F6-DEC1-7C2B4430DCC5}"/>
              </a:ext>
            </a:extLst>
          </p:cNvPr>
          <p:cNvSpPr/>
          <p:nvPr/>
        </p:nvSpPr>
        <p:spPr>
          <a:xfrm>
            <a:off x="8252292" y="4050306"/>
            <a:ext cx="1640375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E734AE-0EC6-DAB8-3882-BEC0A1A67A51}"/>
              </a:ext>
            </a:extLst>
          </p:cNvPr>
          <p:cNvSpPr/>
          <p:nvPr/>
        </p:nvSpPr>
        <p:spPr>
          <a:xfrm>
            <a:off x="8157652" y="4050306"/>
            <a:ext cx="123280" cy="814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C18211C-D456-7B0C-4E83-2EFBBB53FB9E}"/>
              </a:ext>
            </a:extLst>
          </p:cNvPr>
          <p:cNvSpPr/>
          <p:nvPr/>
        </p:nvSpPr>
        <p:spPr>
          <a:xfrm>
            <a:off x="9769387" y="4234682"/>
            <a:ext cx="123280" cy="814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0DE0EFF-1100-91A1-58DE-FA1A912308EC}"/>
              </a:ext>
            </a:extLst>
          </p:cNvPr>
          <p:cNvSpPr/>
          <p:nvPr/>
        </p:nvSpPr>
        <p:spPr>
          <a:xfrm>
            <a:off x="8157652" y="4234682"/>
            <a:ext cx="1611735" cy="81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E561309-0AD1-8A2F-35EB-899F664B4AEF}"/>
              </a:ext>
            </a:extLst>
          </p:cNvPr>
          <p:cNvSpPr/>
          <p:nvPr/>
        </p:nvSpPr>
        <p:spPr>
          <a:xfrm>
            <a:off x="9072599" y="5559595"/>
            <a:ext cx="813862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4FE0C00-3CF1-81A1-8757-F66C867FBBC9}"/>
              </a:ext>
            </a:extLst>
          </p:cNvPr>
          <p:cNvSpPr/>
          <p:nvPr/>
        </p:nvSpPr>
        <p:spPr>
          <a:xfrm>
            <a:off x="7086780" y="5559595"/>
            <a:ext cx="1985819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0246BB5-281C-64A4-792E-5AD9C1E0455A}"/>
              </a:ext>
            </a:extLst>
          </p:cNvPr>
          <p:cNvSpPr/>
          <p:nvPr/>
        </p:nvSpPr>
        <p:spPr>
          <a:xfrm>
            <a:off x="1586523" y="5559595"/>
            <a:ext cx="1528619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83C8397-4B71-2E0D-2A46-95789B556B24}"/>
              </a:ext>
            </a:extLst>
          </p:cNvPr>
          <p:cNvSpPr/>
          <p:nvPr/>
        </p:nvSpPr>
        <p:spPr>
          <a:xfrm>
            <a:off x="1129323" y="5842595"/>
            <a:ext cx="1985819" cy="686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F914205-1FF8-7BD4-3210-6C37BF41CC21}"/>
              </a:ext>
            </a:extLst>
          </p:cNvPr>
          <p:cNvSpPr/>
          <p:nvPr/>
        </p:nvSpPr>
        <p:spPr>
          <a:xfrm flipH="1">
            <a:off x="3115142" y="5559595"/>
            <a:ext cx="206396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43103F1-3F23-9AF3-53C5-8FA2AE024332}"/>
              </a:ext>
            </a:extLst>
          </p:cNvPr>
          <p:cNvSpPr/>
          <p:nvPr/>
        </p:nvSpPr>
        <p:spPr>
          <a:xfrm>
            <a:off x="3115142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A6A7401-4D85-F8B6-9BC0-2B3D828D7B08}"/>
              </a:ext>
            </a:extLst>
          </p:cNvPr>
          <p:cNvSpPr/>
          <p:nvPr/>
        </p:nvSpPr>
        <p:spPr>
          <a:xfrm>
            <a:off x="5678853" y="5559595"/>
            <a:ext cx="1407927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7476DAA-7585-565B-C8D5-B81EA62F7C6C}"/>
              </a:ext>
            </a:extLst>
          </p:cNvPr>
          <p:cNvSpPr/>
          <p:nvPr/>
        </p:nvSpPr>
        <p:spPr>
          <a:xfrm>
            <a:off x="5100961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2FEC6B9-3560-F577-83BF-C0F95898ACB1}"/>
              </a:ext>
            </a:extLst>
          </p:cNvPr>
          <p:cNvSpPr/>
          <p:nvPr/>
        </p:nvSpPr>
        <p:spPr>
          <a:xfrm>
            <a:off x="7086780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BEEECFE-FC6A-26B3-A876-E92806017C6D}"/>
              </a:ext>
            </a:extLst>
          </p:cNvPr>
          <p:cNvSpPr/>
          <p:nvPr/>
        </p:nvSpPr>
        <p:spPr>
          <a:xfrm>
            <a:off x="9072599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49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6" dur="2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0" grpId="0" animBg="1"/>
      <p:bldP spid="22" grpId="0" animBg="1"/>
      <p:bldP spid="24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679DB-7BBC-9AAA-9165-264DEAC5F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Enrichment methods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1D53E28-301A-E193-037B-6D1E82633DEC}"/>
              </a:ext>
            </a:extLst>
          </p:cNvPr>
          <p:cNvGrpSpPr/>
          <p:nvPr/>
        </p:nvGrpSpPr>
        <p:grpSpPr>
          <a:xfrm>
            <a:off x="1129323" y="5559595"/>
            <a:ext cx="1985819" cy="351692"/>
            <a:chOff x="1129323" y="5559595"/>
            <a:chExt cx="1985819" cy="351692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0246BB5-281C-64A4-792E-5AD9C1E0455A}"/>
                </a:ext>
              </a:extLst>
            </p:cNvPr>
            <p:cNvSpPr/>
            <p:nvPr/>
          </p:nvSpPr>
          <p:spPr>
            <a:xfrm>
              <a:off x="1586523" y="5559595"/>
              <a:ext cx="1528619" cy="35169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83C8397-4B71-2E0D-2A46-95789B556B24}"/>
                </a:ext>
              </a:extLst>
            </p:cNvPr>
            <p:cNvSpPr/>
            <p:nvPr/>
          </p:nvSpPr>
          <p:spPr>
            <a:xfrm>
              <a:off x="1129323" y="5842595"/>
              <a:ext cx="1985819" cy="68692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6D1A3255-FB90-3876-EFD3-D2C996136D43}"/>
              </a:ext>
            </a:extLst>
          </p:cNvPr>
          <p:cNvGrpSpPr/>
          <p:nvPr/>
        </p:nvGrpSpPr>
        <p:grpSpPr>
          <a:xfrm>
            <a:off x="3115142" y="5559595"/>
            <a:ext cx="1985819" cy="351692"/>
            <a:chOff x="3115142" y="5559595"/>
            <a:chExt cx="1985819" cy="351692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F914205-1FF8-7BD4-3210-6C37BF41CC21}"/>
                </a:ext>
              </a:extLst>
            </p:cNvPr>
            <p:cNvSpPr/>
            <p:nvPr/>
          </p:nvSpPr>
          <p:spPr>
            <a:xfrm flipH="1">
              <a:off x="3115142" y="5559595"/>
              <a:ext cx="206396" cy="35169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E43103F1-3F23-9AF3-53C5-8FA2AE024332}"/>
                </a:ext>
              </a:extLst>
            </p:cNvPr>
            <p:cNvSpPr/>
            <p:nvPr/>
          </p:nvSpPr>
          <p:spPr>
            <a:xfrm>
              <a:off x="3115142" y="5840948"/>
              <a:ext cx="1985819" cy="7033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3138E40E-71FF-032C-E6A7-AA85EA3D3B6A}"/>
              </a:ext>
            </a:extLst>
          </p:cNvPr>
          <p:cNvGrpSpPr/>
          <p:nvPr/>
        </p:nvGrpSpPr>
        <p:grpSpPr>
          <a:xfrm>
            <a:off x="5100961" y="5559595"/>
            <a:ext cx="1985819" cy="351692"/>
            <a:chOff x="5100961" y="5559595"/>
            <a:chExt cx="1985819" cy="351692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5A6A7401-4D85-F8B6-9BC0-2B3D828D7B08}"/>
                </a:ext>
              </a:extLst>
            </p:cNvPr>
            <p:cNvSpPr/>
            <p:nvPr/>
          </p:nvSpPr>
          <p:spPr>
            <a:xfrm>
              <a:off x="5678853" y="5559595"/>
              <a:ext cx="1407927" cy="35169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7476DAA-7585-565B-C8D5-B81EA62F7C6C}"/>
                </a:ext>
              </a:extLst>
            </p:cNvPr>
            <p:cNvSpPr/>
            <p:nvPr/>
          </p:nvSpPr>
          <p:spPr>
            <a:xfrm>
              <a:off x="5100961" y="5840948"/>
              <a:ext cx="1985819" cy="7033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A80D6DA9-E112-B0A3-1F43-6CBA8DE2706F}"/>
              </a:ext>
            </a:extLst>
          </p:cNvPr>
          <p:cNvGrpSpPr/>
          <p:nvPr/>
        </p:nvGrpSpPr>
        <p:grpSpPr>
          <a:xfrm>
            <a:off x="7086780" y="5559595"/>
            <a:ext cx="1985819" cy="351692"/>
            <a:chOff x="7086780" y="5559595"/>
            <a:chExt cx="1985819" cy="35169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4FE0C00-3CF1-81A1-8757-F66C867FBBC9}"/>
                </a:ext>
              </a:extLst>
            </p:cNvPr>
            <p:cNvSpPr/>
            <p:nvPr/>
          </p:nvSpPr>
          <p:spPr>
            <a:xfrm>
              <a:off x="7086780" y="5559595"/>
              <a:ext cx="1985819" cy="35169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2FEC6B9-3560-F577-83BF-C0F95898ACB1}"/>
                </a:ext>
              </a:extLst>
            </p:cNvPr>
            <p:cNvSpPr/>
            <p:nvPr/>
          </p:nvSpPr>
          <p:spPr>
            <a:xfrm>
              <a:off x="7086780" y="5840948"/>
              <a:ext cx="1985819" cy="7033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646840A3-B61A-C9C3-9453-3B6B796E910B}"/>
              </a:ext>
            </a:extLst>
          </p:cNvPr>
          <p:cNvGrpSpPr/>
          <p:nvPr/>
        </p:nvGrpSpPr>
        <p:grpSpPr>
          <a:xfrm>
            <a:off x="9072599" y="5559595"/>
            <a:ext cx="1985819" cy="351692"/>
            <a:chOff x="9072599" y="5559595"/>
            <a:chExt cx="1985819" cy="35169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E561309-0AD1-8A2F-35EB-899F664B4AEF}"/>
                </a:ext>
              </a:extLst>
            </p:cNvPr>
            <p:cNvSpPr/>
            <p:nvPr/>
          </p:nvSpPr>
          <p:spPr>
            <a:xfrm>
              <a:off x="9072599" y="5559595"/>
              <a:ext cx="813862" cy="35169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BEEECFE-FC6A-26B3-A876-E92806017C6D}"/>
                </a:ext>
              </a:extLst>
            </p:cNvPr>
            <p:cNvSpPr/>
            <p:nvPr/>
          </p:nvSpPr>
          <p:spPr>
            <a:xfrm>
              <a:off x="9072599" y="5840948"/>
              <a:ext cx="1985819" cy="70339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CDD1D20D-C269-3283-5366-D7785165C54E}"/>
              </a:ext>
            </a:extLst>
          </p:cNvPr>
          <p:cNvSpPr/>
          <p:nvPr/>
        </p:nvSpPr>
        <p:spPr>
          <a:xfrm>
            <a:off x="1129323" y="4997450"/>
            <a:ext cx="850900" cy="18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2CCDAF-9FDB-36D4-738F-710E59DBE2BC}"/>
              </a:ext>
            </a:extLst>
          </p:cNvPr>
          <p:cNvSpPr/>
          <p:nvPr/>
        </p:nvSpPr>
        <p:spPr>
          <a:xfrm>
            <a:off x="7917473" y="4992772"/>
            <a:ext cx="850900" cy="181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180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59259E-6 L -0.0668 -0.05139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46" y="-25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-2.59259E-6 L -0.01706 -0.05139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59" y="-2569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-2.59259E-6 L 0.00026 -0.05139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" y="-2569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59259E-6 L 0.01693 -0.05139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6" y="-2569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59259E-6 L 0.03412 -0.05139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06" y="-25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C1F13A1-D0F3-14B3-D01B-C6230F15900C}"/>
              </a:ext>
            </a:extLst>
          </p:cNvPr>
          <p:cNvGraphicFramePr/>
          <p:nvPr/>
        </p:nvGraphicFramePr>
        <p:xfrm>
          <a:off x="918575" y="-22616"/>
          <a:ext cx="10354850" cy="6903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E8AB675-A7E6-F34A-2F62-56BDE9B48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DNA sequencing example pipeline</a:t>
            </a:r>
          </a:p>
        </p:txBody>
      </p:sp>
    </p:spTree>
    <p:extLst>
      <p:ext uri="{BB962C8B-B14F-4D97-AF65-F5344CB8AC3E}">
        <p14:creationId xmlns:p14="http://schemas.microsoft.com/office/powerpoint/2010/main" val="1220261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271838B5-507E-4765-A3FB-212FF2EE335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graphicEl>
                                              <a:dgm id="{271838B5-507E-4765-A3FB-212FF2EE335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79EE745-587F-422D-9D43-25DDE101DF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graphicEl>
                                              <a:dgm id="{879EE745-587F-422D-9D43-25DDE101DF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378621D-5D5A-46FD-BF99-59D87E5F2E7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graphicEl>
                                              <a:dgm id="{3378621D-5D5A-46FD-BF99-59D87E5F2E7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7D57798-2C1A-4BC0-833A-46F03DECB2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>
                                            <p:graphicEl>
                                              <a:dgm id="{97D57798-2C1A-4BC0-833A-46F03DECB2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864347E7-6F9F-44F2-B2F1-5099ECCB0E6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graphicEl>
                                              <a:dgm id="{864347E7-6F9F-44F2-B2F1-5099ECCB0E6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A7C9272-4830-4C47-B13D-95B693A272F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graphicEl>
                                              <a:dgm id="{CA7C9272-4830-4C47-B13D-95B693A272F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D372910-B43C-4921-BD42-90D3CDCB6A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graphicEl>
                                              <a:dgm id="{7D372910-B43C-4921-BD42-90D3CDCB6A5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CDBDB953-D3C2-40E4-8026-D63C4606A3C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graphicEl>
                                              <a:dgm id="{CDBDB953-D3C2-40E4-8026-D63C4606A3C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9856261-A323-4CB1-BE78-850D5AD946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graphicEl>
                                              <a:dgm id="{49856261-A323-4CB1-BE78-850D5AD946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C6AC76F-66B4-460E-8AAD-79DC960A3F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>
                                            <p:graphicEl>
                                              <a:dgm id="{6C6AC76F-66B4-460E-8AAD-79DC960A3F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74556E3F-9C97-4703-A13B-EBC3C2BBEF5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graphicEl>
                                              <a:dgm id="{74556E3F-9C97-4703-A13B-EBC3C2BBEF5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F470A77-6448-4483-A0BC-9C55E923B4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7">
                                            <p:graphicEl>
                                              <a:dgm id="{BF470A77-6448-4483-A0BC-9C55E923B4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826F9B5-0FCA-4BE2-B922-99E81C5264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graphicEl>
                                              <a:dgm id="{3826F9B5-0FCA-4BE2-B922-99E81C5264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10D10A8E-94DF-4D43-9689-58F6C81949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7">
                                            <p:graphicEl>
                                              <a:dgm id="{10D10A8E-94DF-4D43-9689-58F6C81949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B9B34C69-81F2-4530-9FD5-ED890D11F8A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">
                                            <p:graphicEl>
                                              <a:dgm id="{B9B34C69-81F2-4530-9FD5-ED890D11F8A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43B34D1-E562-43A4-93A1-39A16D0C92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graphicEl>
                                              <a:dgm id="{D43B34D1-E562-43A4-93A1-39A16D0C92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97B23497-1C2C-416F-A373-269736EA42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graphicEl>
                                              <a:dgm id="{97B23497-1C2C-416F-A373-269736EA42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6C3B4AE-2D55-4DBB-B642-194DD499D31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>
                                            <p:graphicEl>
                                              <a:dgm id="{66C3B4AE-2D55-4DBB-B642-194DD499D31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4C064E2F-D68D-4E3F-B5E7-16A0CCA0304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">
                                            <p:graphicEl>
                                              <a:dgm id="{4C064E2F-D68D-4E3F-B5E7-16A0CCA0304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F82C5204-8C6D-4EF5-874D-E8DD7043801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>
                                            <p:graphicEl>
                                              <a:dgm id="{F82C5204-8C6D-4EF5-874D-E8DD7043801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 uiExpand="1">
        <p:bldSub>
          <a:bldDgm bld="one"/>
        </p:bldSub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74254-7F7A-484A-F4F4-4E0AE4CBF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Alignment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299536A-2E06-8732-7D13-177D2A7029A3}"/>
              </a:ext>
            </a:extLst>
          </p:cNvPr>
          <p:cNvSpPr/>
          <p:nvPr/>
        </p:nvSpPr>
        <p:spPr>
          <a:xfrm>
            <a:off x="776614" y="5906021"/>
            <a:ext cx="8818323" cy="13778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56658909-F799-5034-49CF-ED7681BEDDAA}"/>
              </a:ext>
            </a:extLst>
          </p:cNvPr>
          <p:cNvGrpSpPr/>
          <p:nvPr/>
        </p:nvGrpSpPr>
        <p:grpSpPr>
          <a:xfrm>
            <a:off x="838200" y="4971963"/>
            <a:ext cx="8756737" cy="923330"/>
            <a:chOff x="838200" y="4971963"/>
            <a:chExt cx="8756737" cy="923330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C537745-0463-1783-2168-6986D6F855A1}"/>
                </a:ext>
              </a:extLst>
            </p:cNvPr>
            <p:cNvSpPr/>
            <p:nvPr/>
          </p:nvSpPr>
          <p:spPr>
            <a:xfrm>
              <a:off x="83820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3D7933C-FFBF-C21B-5B38-F62B716D03E7}"/>
                </a:ext>
              </a:extLst>
            </p:cNvPr>
            <p:cNvSpPr/>
            <p:nvPr/>
          </p:nvSpPr>
          <p:spPr>
            <a:xfrm>
              <a:off x="20707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6BAA4721-B94E-884E-010A-799A5E8B89B2}"/>
                </a:ext>
              </a:extLst>
            </p:cNvPr>
            <p:cNvSpPr/>
            <p:nvPr/>
          </p:nvSpPr>
          <p:spPr>
            <a:xfrm>
              <a:off x="24740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2E748E9-D64B-A719-663B-17F9FC5ED879}"/>
                </a:ext>
              </a:extLst>
            </p:cNvPr>
            <p:cNvSpPr/>
            <p:nvPr/>
          </p:nvSpPr>
          <p:spPr>
            <a:xfrm>
              <a:off x="41099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049B0235-478F-6CEE-E65E-6E489CB71625}"/>
                </a:ext>
              </a:extLst>
            </p:cNvPr>
            <p:cNvSpPr/>
            <p:nvPr/>
          </p:nvSpPr>
          <p:spPr>
            <a:xfrm>
              <a:off x="534244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DEAFA741-8F46-B354-0FE0-3D48AF780ABA}"/>
                </a:ext>
              </a:extLst>
            </p:cNvPr>
            <p:cNvSpPr/>
            <p:nvPr/>
          </p:nvSpPr>
          <p:spPr>
            <a:xfrm>
              <a:off x="655251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0BCEB02-5589-D4E6-112F-95452A4681FA}"/>
                </a:ext>
              </a:extLst>
            </p:cNvPr>
            <p:cNvSpPr/>
            <p:nvPr/>
          </p:nvSpPr>
          <p:spPr>
            <a:xfrm>
              <a:off x="818837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EC6590FC-9FBE-5A29-9107-81AE6384E589}"/>
                </a:ext>
              </a:extLst>
            </p:cNvPr>
            <p:cNvSpPr/>
            <p:nvPr/>
          </p:nvSpPr>
          <p:spPr>
            <a:xfrm>
              <a:off x="859173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5ACCDD4-DB7B-FA6D-F88F-6D62A04E2822}"/>
                </a:ext>
              </a:extLst>
            </p:cNvPr>
            <p:cNvSpPr/>
            <p:nvPr/>
          </p:nvSpPr>
          <p:spPr>
            <a:xfrm>
              <a:off x="8995093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7E75473F-91F4-EEF3-A006-C84F108A94AD}"/>
                </a:ext>
              </a:extLst>
            </p:cNvPr>
            <p:cNvSpPr/>
            <p:nvPr/>
          </p:nvSpPr>
          <p:spPr>
            <a:xfrm>
              <a:off x="328077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B54CA45-3F0D-25B8-9597-28F3BE853635}"/>
                </a:ext>
              </a:extLst>
            </p:cNvPr>
            <p:cNvSpPr/>
            <p:nvPr/>
          </p:nvSpPr>
          <p:spPr>
            <a:xfrm>
              <a:off x="2877422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5001A5F-653C-FEAA-E313-2EE1F9FBFD99}"/>
                </a:ext>
              </a:extLst>
            </p:cNvPr>
            <p:cNvSpPr/>
            <p:nvPr/>
          </p:nvSpPr>
          <p:spPr>
            <a:xfrm>
              <a:off x="5745798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294ABA9-90D4-E99A-DCDE-1A03FF1A002B}"/>
                </a:ext>
              </a:extLst>
            </p:cNvPr>
            <p:cNvSpPr/>
            <p:nvPr/>
          </p:nvSpPr>
          <p:spPr>
            <a:xfrm>
              <a:off x="695586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45FB50E-34BE-5274-AC93-3746BA6734D0}"/>
                </a:ext>
              </a:extLst>
            </p:cNvPr>
            <p:cNvSpPr/>
            <p:nvPr/>
          </p:nvSpPr>
          <p:spPr>
            <a:xfrm>
              <a:off x="7785020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A48582E-E9B7-D036-D116-ED37585D4351}"/>
                </a:ext>
              </a:extLst>
            </p:cNvPr>
            <p:cNvSpPr/>
            <p:nvPr/>
          </p:nvSpPr>
          <p:spPr>
            <a:xfrm>
              <a:off x="164491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3E6377A4-C6E4-54AB-418E-A0D93C693536}"/>
                </a:ext>
              </a:extLst>
            </p:cNvPr>
            <p:cNvSpPr/>
            <p:nvPr/>
          </p:nvSpPr>
          <p:spPr>
            <a:xfrm>
              <a:off x="3684134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2CD734E-707D-3771-C655-79ACAA083A02}"/>
                </a:ext>
              </a:extLst>
            </p:cNvPr>
            <p:cNvSpPr/>
            <p:nvPr/>
          </p:nvSpPr>
          <p:spPr>
            <a:xfrm>
              <a:off x="4513288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63BB4254-6DC5-B57E-E288-5A6FB1BF5F5D}"/>
                </a:ext>
              </a:extLst>
            </p:cNvPr>
            <p:cNvSpPr/>
            <p:nvPr/>
          </p:nvSpPr>
          <p:spPr>
            <a:xfrm>
              <a:off x="7359222" y="4971963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1D30EED-9ED2-E544-4D22-DE5B393A072A}"/>
                </a:ext>
              </a:extLst>
            </p:cNvPr>
            <p:cNvSpPr/>
            <p:nvPr/>
          </p:nvSpPr>
          <p:spPr>
            <a:xfrm>
              <a:off x="124155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912A63C6-DEDE-39D3-CA9A-688E979267F3}"/>
                </a:ext>
              </a:extLst>
            </p:cNvPr>
            <p:cNvSpPr/>
            <p:nvPr/>
          </p:nvSpPr>
          <p:spPr>
            <a:xfrm>
              <a:off x="4939086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37AE26E-7EFE-83E2-C6B9-82EAEAA1F56C}"/>
                </a:ext>
              </a:extLst>
            </p:cNvPr>
            <p:cNvSpPr/>
            <p:nvPr/>
          </p:nvSpPr>
          <p:spPr>
            <a:xfrm>
              <a:off x="6149154" y="4971963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4">
                      <a:lumMod val="60000"/>
                      <a:lumOff val="4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C</a:t>
              </a:r>
              <a:endParaRPr lang="en-US" sz="5400" b="0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339E10B9-4466-0365-2BF8-5908AD266CEE}"/>
              </a:ext>
            </a:extLst>
          </p:cNvPr>
          <p:cNvGrpSpPr/>
          <p:nvPr/>
        </p:nvGrpSpPr>
        <p:grpSpPr>
          <a:xfrm>
            <a:off x="838200" y="4510298"/>
            <a:ext cx="2258152" cy="923330"/>
            <a:chOff x="2877422" y="3336689"/>
            <a:chExt cx="2258152" cy="923330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5C12145-0E78-8556-156F-31D539A0FA35}"/>
                </a:ext>
              </a:extLst>
            </p:cNvPr>
            <p:cNvSpPr/>
            <p:nvPr/>
          </p:nvSpPr>
          <p:spPr>
            <a:xfrm>
              <a:off x="4109932" y="333668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dirty="0">
                  <a:ln w="0"/>
                  <a:solidFill>
                    <a:schemeClr val="accent2">
                      <a:lumMod val="75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T</a:t>
              </a:r>
              <a:endParaRPr lang="en-US" sz="54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C4809B8-AE67-099C-B2EA-43D552B5F9BF}"/>
                </a:ext>
              </a:extLst>
            </p:cNvPr>
            <p:cNvSpPr/>
            <p:nvPr/>
          </p:nvSpPr>
          <p:spPr>
            <a:xfrm>
              <a:off x="3280778" y="333668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2E668704-38F7-ADCB-F489-C450A3274420}"/>
                </a:ext>
              </a:extLst>
            </p:cNvPr>
            <p:cNvSpPr/>
            <p:nvPr/>
          </p:nvSpPr>
          <p:spPr>
            <a:xfrm>
              <a:off x="2877422" y="3336689"/>
              <a:ext cx="599844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A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5A047E3-9313-EE42-2721-6D3FAA972968}"/>
                </a:ext>
              </a:extLst>
            </p:cNvPr>
            <p:cNvSpPr/>
            <p:nvPr/>
          </p:nvSpPr>
          <p:spPr>
            <a:xfrm>
              <a:off x="3684134" y="333668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CC45A81-AC5F-958C-4000-FDB0CC32F276}"/>
                </a:ext>
              </a:extLst>
            </p:cNvPr>
            <p:cNvSpPr/>
            <p:nvPr/>
          </p:nvSpPr>
          <p:spPr>
            <a:xfrm>
              <a:off x="4513288" y="3336689"/>
              <a:ext cx="62228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0" cap="none" spc="0" dirty="0">
                  <a:ln w="0"/>
                  <a:solidFill>
                    <a:schemeClr val="accent6">
                      <a:lumMod val="50000"/>
                    </a:schemeClr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</a:p>
          </p:txBody>
        </p:sp>
      </p:grpSp>
      <p:sp>
        <p:nvSpPr>
          <p:cNvPr id="72" name="Content Placeholder 2">
            <a:extLst>
              <a:ext uri="{FF2B5EF4-FFF2-40B4-BE49-F238E27FC236}">
                <a16:creationId xmlns:a16="http://schemas.microsoft.com/office/drawing/2014/main" id="{D15794CD-DB89-82B5-D497-9FDAAA9980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784475"/>
          </a:xfrm>
        </p:spPr>
        <p:txBody>
          <a:bodyPr/>
          <a:lstStyle/>
          <a:p>
            <a:r>
              <a:rPr lang="en-GB" dirty="0"/>
              <a:t>Take reads and assign them to regions of the genome</a:t>
            </a:r>
          </a:p>
          <a:p>
            <a:r>
              <a:rPr lang="en-GB" dirty="0"/>
              <a:t>This will generate an unsorted SAM file </a:t>
            </a:r>
          </a:p>
          <a:p>
            <a:pPr lvl="1"/>
            <a:r>
              <a:rPr lang="en-GB" dirty="0"/>
              <a:t>some programs can output a BAM file</a:t>
            </a:r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9895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1.11022E-16 L 0.03229 1.11022E-16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1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229 1.11022E-16 L 0.06627 1.11022E-16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1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628 1.11022E-16 L 0.10169 1.11022E-16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169 1.11022E-16 L 0.13203 1.11022E-16 " pathEditMode="relative" rAng="0" ptsTypes="AA">
                                      <p:cBhvr>
                                        <p:cTn id="25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1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000"/>
                            </p:stCondLst>
                            <p:childTnLst>
                              <p:par>
                                <p:cTn id="27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203 1.11022E-16 L 0.1664 1.11022E-16 " pathEditMode="relative" rAng="0" ptsTypes="AA">
                                      <p:cBhvr>
                                        <p:cTn id="28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0"/>
                            </p:stCondLst>
                            <p:childTnLst>
                              <p:par>
                                <p:cTn id="3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7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roup 103">
            <a:extLst>
              <a:ext uri="{FF2B5EF4-FFF2-40B4-BE49-F238E27FC236}">
                <a16:creationId xmlns:a16="http://schemas.microsoft.com/office/drawing/2014/main" id="{6D1DBEA6-75A8-B1B6-7FD4-4087F7903155}"/>
              </a:ext>
            </a:extLst>
          </p:cNvPr>
          <p:cNvGrpSpPr/>
          <p:nvPr/>
        </p:nvGrpSpPr>
        <p:grpSpPr>
          <a:xfrm>
            <a:off x="3200400" y="1852707"/>
            <a:ext cx="5164931" cy="828443"/>
            <a:chOff x="3200400" y="1852707"/>
            <a:chExt cx="5164931" cy="828443"/>
          </a:xfrm>
        </p:grpSpPr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E73A10D5-F737-5BA7-C22F-63D0B2662505}"/>
                </a:ext>
              </a:extLst>
            </p:cNvPr>
            <p:cNvCxnSpPr/>
            <p:nvPr/>
          </p:nvCxnSpPr>
          <p:spPr>
            <a:xfrm>
              <a:off x="3552825" y="2601637"/>
              <a:ext cx="91916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Arrow: Right 105">
              <a:extLst>
                <a:ext uri="{FF2B5EF4-FFF2-40B4-BE49-F238E27FC236}">
                  <a16:creationId xmlns:a16="http://schemas.microsoft.com/office/drawing/2014/main" id="{EDDCB011-BDED-30E2-CC6C-EB8CF8F3815C}"/>
                </a:ext>
              </a:extLst>
            </p:cNvPr>
            <p:cNvSpPr/>
            <p:nvPr/>
          </p:nvSpPr>
          <p:spPr>
            <a:xfrm>
              <a:off x="3200400" y="2522124"/>
              <a:ext cx="704850" cy="159026"/>
            </a:xfrm>
            <a:prstGeom prst="rightArrow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7" name="Arrow: Right 106">
              <a:extLst>
                <a:ext uri="{FF2B5EF4-FFF2-40B4-BE49-F238E27FC236}">
                  <a16:creationId xmlns:a16="http://schemas.microsoft.com/office/drawing/2014/main" id="{C47CD945-DF38-0DBA-14E1-E06F93E41A49}"/>
                </a:ext>
              </a:extLst>
            </p:cNvPr>
            <p:cNvSpPr/>
            <p:nvPr/>
          </p:nvSpPr>
          <p:spPr>
            <a:xfrm flipH="1">
              <a:off x="4119562" y="2522124"/>
              <a:ext cx="704850" cy="159026"/>
            </a:xfrm>
            <a:prstGeom prst="rightArrow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7AFC4AAC-5DA1-FB4E-D252-E435582798F4}"/>
                </a:ext>
              </a:extLst>
            </p:cNvPr>
            <p:cNvCxnSpPr/>
            <p:nvPr/>
          </p:nvCxnSpPr>
          <p:spPr>
            <a:xfrm>
              <a:off x="3724014" y="2393087"/>
              <a:ext cx="91916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9" name="Arrow: Right 108">
              <a:extLst>
                <a:ext uri="{FF2B5EF4-FFF2-40B4-BE49-F238E27FC236}">
                  <a16:creationId xmlns:a16="http://schemas.microsoft.com/office/drawing/2014/main" id="{F314B716-570A-DE49-EC97-61DE8E3C22BB}"/>
                </a:ext>
              </a:extLst>
            </p:cNvPr>
            <p:cNvSpPr/>
            <p:nvPr/>
          </p:nvSpPr>
          <p:spPr>
            <a:xfrm>
              <a:off x="3371589" y="2313574"/>
              <a:ext cx="704850" cy="159026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110" name="Arrow: Right 109">
              <a:extLst>
                <a:ext uri="{FF2B5EF4-FFF2-40B4-BE49-F238E27FC236}">
                  <a16:creationId xmlns:a16="http://schemas.microsoft.com/office/drawing/2014/main" id="{3BF6BA81-0A92-30BF-0940-03ECA3064161}"/>
                </a:ext>
              </a:extLst>
            </p:cNvPr>
            <p:cNvSpPr/>
            <p:nvPr/>
          </p:nvSpPr>
          <p:spPr>
            <a:xfrm flipH="1">
              <a:off x="4290751" y="2313574"/>
              <a:ext cx="704850" cy="159026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032E9304-897C-1F50-B73A-E5725B6A3EF8}"/>
                </a:ext>
              </a:extLst>
            </p:cNvPr>
            <p:cNvCxnSpPr/>
            <p:nvPr/>
          </p:nvCxnSpPr>
          <p:spPr>
            <a:xfrm>
              <a:off x="5926932" y="2601637"/>
              <a:ext cx="91916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2" name="Arrow: Right 111">
              <a:extLst>
                <a:ext uri="{FF2B5EF4-FFF2-40B4-BE49-F238E27FC236}">
                  <a16:creationId xmlns:a16="http://schemas.microsoft.com/office/drawing/2014/main" id="{F902A44B-6FAE-DAAE-D593-4222D4EB5537}"/>
                </a:ext>
              </a:extLst>
            </p:cNvPr>
            <p:cNvSpPr/>
            <p:nvPr/>
          </p:nvSpPr>
          <p:spPr>
            <a:xfrm>
              <a:off x="5574507" y="2522124"/>
              <a:ext cx="704850" cy="159026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3" name="Arrow: Right 112">
              <a:extLst>
                <a:ext uri="{FF2B5EF4-FFF2-40B4-BE49-F238E27FC236}">
                  <a16:creationId xmlns:a16="http://schemas.microsoft.com/office/drawing/2014/main" id="{81209DBF-9433-40FB-A0E4-524BB068D5EF}"/>
                </a:ext>
              </a:extLst>
            </p:cNvPr>
            <p:cNvSpPr/>
            <p:nvPr/>
          </p:nvSpPr>
          <p:spPr>
            <a:xfrm flipH="1">
              <a:off x="6493669" y="2522124"/>
              <a:ext cx="704850" cy="159026"/>
            </a:xfrm>
            <a:prstGeom prst="right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FFF8F04-5D75-3533-FCB7-929A61B432CB}"/>
                </a:ext>
              </a:extLst>
            </p:cNvPr>
            <p:cNvCxnSpPr/>
            <p:nvPr/>
          </p:nvCxnSpPr>
          <p:spPr>
            <a:xfrm>
              <a:off x="6236465" y="2387187"/>
              <a:ext cx="91916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5" name="Arrow: Right 114">
              <a:extLst>
                <a:ext uri="{FF2B5EF4-FFF2-40B4-BE49-F238E27FC236}">
                  <a16:creationId xmlns:a16="http://schemas.microsoft.com/office/drawing/2014/main" id="{46AC4A26-D167-03E1-4C38-516BB7319124}"/>
                </a:ext>
              </a:extLst>
            </p:cNvPr>
            <p:cNvSpPr/>
            <p:nvPr/>
          </p:nvSpPr>
          <p:spPr>
            <a:xfrm>
              <a:off x="5884040" y="2307674"/>
              <a:ext cx="704850" cy="159026"/>
            </a:xfrm>
            <a:prstGeom prst="rightArrow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6" name="Arrow: Right 115">
              <a:extLst>
                <a:ext uri="{FF2B5EF4-FFF2-40B4-BE49-F238E27FC236}">
                  <a16:creationId xmlns:a16="http://schemas.microsoft.com/office/drawing/2014/main" id="{06BF3BEA-52EC-EFA7-116B-7AC131A8ECF7}"/>
                </a:ext>
              </a:extLst>
            </p:cNvPr>
            <p:cNvSpPr/>
            <p:nvPr/>
          </p:nvSpPr>
          <p:spPr>
            <a:xfrm flipH="1">
              <a:off x="6803202" y="2307674"/>
              <a:ext cx="704850" cy="159026"/>
            </a:xfrm>
            <a:prstGeom prst="rightArrow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65BD9B2D-E6A3-2D1A-0AAF-AF9F55131A69}"/>
                </a:ext>
              </a:extLst>
            </p:cNvPr>
            <p:cNvCxnSpPr/>
            <p:nvPr/>
          </p:nvCxnSpPr>
          <p:spPr>
            <a:xfrm>
              <a:off x="6588890" y="2172737"/>
              <a:ext cx="91916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8" name="Arrow: Right 117">
              <a:extLst>
                <a:ext uri="{FF2B5EF4-FFF2-40B4-BE49-F238E27FC236}">
                  <a16:creationId xmlns:a16="http://schemas.microsoft.com/office/drawing/2014/main" id="{96F6F3E8-154D-209D-DA97-688BF62E8085}"/>
                </a:ext>
              </a:extLst>
            </p:cNvPr>
            <p:cNvSpPr/>
            <p:nvPr/>
          </p:nvSpPr>
          <p:spPr>
            <a:xfrm>
              <a:off x="6236465" y="2093224"/>
              <a:ext cx="704850" cy="159026"/>
            </a:xfrm>
            <a:prstGeom prst="right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" name="Arrow: Right 118">
              <a:extLst>
                <a:ext uri="{FF2B5EF4-FFF2-40B4-BE49-F238E27FC236}">
                  <a16:creationId xmlns:a16="http://schemas.microsoft.com/office/drawing/2014/main" id="{8B88AD96-073E-4FA1-F8FA-28B74DA57D79}"/>
                </a:ext>
              </a:extLst>
            </p:cNvPr>
            <p:cNvSpPr/>
            <p:nvPr/>
          </p:nvSpPr>
          <p:spPr>
            <a:xfrm flipH="1">
              <a:off x="7155627" y="2093224"/>
              <a:ext cx="704850" cy="159026"/>
            </a:xfrm>
            <a:prstGeom prst="rightArrow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A37C53A2-1125-789A-6812-B94D7B1FA914}"/>
                </a:ext>
              </a:extLst>
            </p:cNvPr>
            <p:cNvCxnSpPr/>
            <p:nvPr/>
          </p:nvCxnSpPr>
          <p:spPr>
            <a:xfrm>
              <a:off x="7093744" y="1932220"/>
              <a:ext cx="91916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1" name="Arrow: Right 120">
              <a:extLst>
                <a:ext uri="{FF2B5EF4-FFF2-40B4-BE49-F238E27FC236}">
                  <a16:creationId xmlns:a16="http://schemas.microsoft.com/office/drawing/2014/main" id="{6288803B-8414-6053-F8DA-D68C0D15034D}"/>
                </a:ext>
              </a:extLst>
            </p:cNvPr>
            <p:cNvSpPr/>
            <p:nvPr/>
          </p:nvSpPr>
          <p:spPr>
            <a:xfrm>
              <a:off x="6741319" y="1852707"/>
              <a:ext cx="704850" cy="159026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2" name="Arrow: Right 121">
              <a:extLst>
                <a:ext uri="{FF2B5EF4-FFF2-40B4-BE49-F238E27FC236}">
                  <a16:creationId xmlns:a16="http://schemas.microsoft.com/office/drawing/2014/main" id="{C6BE1B89-0250-A96D-EDF7-C4A2CAF30D0E}"/>
                </a:ext>
              </a:extLst>
            </p:cNvPr>
            <p:cNvSpPr/>
            <p:nvPr/>
          </p:nvSpPr>
          <p:spPr>
            <a:xfrm flipH="1">
              <a:off x="7660481" y="1852707"/>
              <a:ext cx="704850" cy="159026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25" name="Arrow: Right 124">
            <a:extLst>
              <a:ext uri="{FF2B5EF4-FFF2-40B4-BE49-F238E27FC236}">
                <a16:creationId xmlns:a16="http://schemas.microsoft.com/office/drawing/2014/main" id="{5D698ED6-6442-F771-8503-D9764FCF4537}"/>
              </a:ext>
            </a:extLst>
          </p:cNvPr>
          <p:cNvSpPr/>
          <p:nvPr/>
        </p:nvSpPr>
        <p:spPr>
          <a:xfrm>
            <a:off x="3200400" y="2522124"/>
            <a:ext cx="704850" cy="159026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Arrow: Right 125">
            <a:extLst>
              <a:ext uri="{FF2B5EF4-FFF2-40B4-BE49-F238E27FC236}">
                <a16:creationId xmlns:a16="http://schemas.microsoft.com/office/drawing/2014/main" id="{FD300B96-C8A7-0CB5-907A-B4B41C0AF758}"/>
              </a:ext>
            </a:extLst>
          </p:cNvPr>
          <p:cNvSpPr/>
          <p:nvPr/>
        </p:nvSpPr>
        <p:spPr>
          <a:xfrm flipH="1">
            <a:off x="4119562" y="2522124"/>
            <a:ext cx="704850" cy="159026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Arrow: Right 127">
            <a:extLst>
              <a:ext uri="{FF2B5EF4-FFF2-40B4-BE49-F238E27FC236}">
                <a16:creationId xmlns:a16="http://schemas.microsoft.com/office/drawing/2014/main" id="{4D906D44-8EDA-7093-D3B0-DEDC43446ACC}"/>
              </a:ext>
            </a:extLst>
          </p:cNvPr>
          <p:cNvSpPr/>
          <p:nvPr/>
        </p:nvSpPr>
        <p:spPr>
          <a:xfrm>
            <a:off x="3371589" y="2313574"/>
            <a:ext cx="704850" cy="15902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9" name="Arrow: Right 128">
            <a:extLst>
              <a:ext uri="{FF2B5EF4-FFF2-40B4-BE49-F238E27FC236}">
                <a16:creationId xmlns:a16="http://schemas.microsoft.com/office/drawing/2014/main" id="{FAC7C254-2FFB-847F-89DF-54312C28C130}"/>
              </a:ext>
            </a:extLst>
          </p:cNvPr>
          <p:cNvSpPr/>
          <p:nvPr/>
        </p:nvSpPr>
        <p:spPr>
          <a:xfrm flipH="1">
            <a:off x="4290751" y="2313574"/>
            <a:ext cx="704850" cy="15902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Arrow: Right 130">
            <a:extLst>
              <a:ext uri="{FF2B5EF4-FFF2-40B4-BE49-F238E27FC236}">
                <a16:creationId xmlns:a16="http://schemas.microsoft.com/office/drawing/2014/main" id="{6EE1A048-0B62-BB23-0EAD-670EBF30AE73}"/>
              </a:ext>
            </a:extLst>
          </p:cNvPr>
          <p:cNvSpPr/>
          <p:nvPr/>
        </p:nvSpPr>
        <p:spPr>
          <a:xfrm>
            <a:off x="5574507" y="2522124"/>
            <a:ext cx="704850" cy="15902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2" name="Arrow: Right 131">
            <a:extLst>
              <a:ext uri="{FF2B5EF4-FFF2-40B4-BE49-F238E27FC236}">
                <a16:creationId xmlns:a16="http://schemas.microsoft.com/office/drawing/2014/main" id="{BB0E243F-5AF2-B2DE-F9AD-27DBBB934CFA}"/>
              </a:ext>
            </a:extLst>
          </p:cNvPr>
          <p:cNvSpPr/>
          <p:nvPr/>
        </p:nvSpPr>
        <p:spPr>
          <a:xfrm flipH="1">
            <a:off x="6493669" y="2522124"/>
            <a:ext cx="704850" cy="15902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4" name="Arrow: Right 133">
            <a:extLst>
              <a:ext uri="{FF2B5EF4-FFF2-40B4-BE49-F238E27FC236}">
                <a16:creationId xmlns:a16="http://schemas.microsoft.com/office/drawing/2014/main" id="{669AF95D-7360-81E5-4A53-FDD8660998C5}"/>
              </a:ext>
            </a:extLst>
          </p:cNvPr>
          <p:cNvSpPr/>
          <p:nvPr/>
        </p:nvSpPr>
        <p:spPr>
          <a:xfrm>
            <a:off x="5884040" y="2307674"/>
            <a:ext cx="704850" cy="15902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5" name="Arrow: Right 134">
            <a:extLst>
              <a:ext uri="{FF2B5EF4-FFF2-40B4-BE49-F238E27FC236}">
                <a16:creationId xmlns:a16="http://schemas.microsoft.com/office/drawing/2014/main" id="{8F087DDA-0CB8-5E94-0357-8A8BAD46B107}"/>
              </a:ext>
            </a:extLst>
          </p:cNvPr>
          <p:cNvSpPr/>
          <p:nvPr/>
        </p:nvSpPr>
        <p:spPr>
          <a:xfrm flipH="1">
            <a:off x="6803202" y="2307674"/>
            <a:ext cx="704850" cy="15902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7" name="Arrow: Right 136">
            <a:extLst>
              <a:ext uri="{FF2B5EF4-FFF2-40B4-BE49-F238E27FC236}">
                <a16:creationId xmlns:a16="http://schemas.microsoft.com/office/drawing/2014/main" id="{89BF1151-E7FB-B63B-A4FC-884A92E639AD}"/>
              </a:ext>
            </a:extLst>
          </p:cNvPr>
          <p:cNvSpPr/>
          <p:nvPr/>
        </p:nvSpPr>
        <p:spPr>
          <a:xfrm>
            <a:off x="6236465" y="2093224"/>
            <a:ext cx="704850" cy="159026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8" name="Arrow: Right 137">
            <a:extLst>
              <a:ext uri="{FF2B5EF4-FFF2-40B4-BE49-F238E27FC236}">
                <a16:creationId xmlns:a16="http://schemas.microsoft.com/office/drawing/2014/main" id="{7E5D3319-49DF-00A9-9AED-0CBF2F378C35}"/>
              </a:ext>
            </a:extLst>
          </p:cNvPr>
          <p:cNvSpPr/>
          <p:nvPr/>
        </p:nvSpPr>
        <p:spPr>
          <a:xfrm flipH="1">
            <a:off x="7155627" y="2093224"/>
            <a:ext cx="704850" cy="159026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Arrow: Right 139">
            <a:extLst>
              <a:ext uri="{FF2B5EF4-FFF2-40B4-BE49-F238E27FC236}">
                <a16:creationId xmlns:a16="http://schemas.microsoft.com/office/drawing/2014/main" id="{A8A3BA31-2444-7BE5-62AC-777905F66B84}"/>
              </a:ext>
            </a:extLst>
          </p:cNvPr>
          <p:cNvSpPr/>
          <p:nvPr/>
        </p:nvSpPr>
        <p:spPr>
          <a:xfrm>
            <a:off x="6741319" y="1852707"/>
            <a:ext cx="704850" cy="15902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1" name="Arrow: Right 140">
            <a:extLst>
              <a:ext uri="{FF2B5EF4-FFF2-40B4-BE49-F238E27FC236}">
                <a16:creationId xmlns:a16="http://schemas.microsoft.com/office/drawing/2014/main" id="{2896F353-5857-1BD0-AAAC-A8C6728A8A4B}"/>
              </a:ext>
            </a:extLst>
          </p:cNvPr>
          <p:cNvSpPr/>
          <p:nvPr/>
        </p:nvSpPr>
        <p:spPr>
          <a:xfrm flipH="1">
            <a:off x="7660481" y="1852707"/>
            <a:ext cx="704850" cy="15902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F2FC07-A6C2-62B3-02E8-D467463C0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SAM/BAM sorting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935FA6-19B7-9F88-FE6C-E4AEC99CF361}"/>
              </a:ext>
            </a:extLst>
          </p:cNvPr>
          <p:cNvSpPr/>
          <p:nvPr/>
        </p:nvSpPr>
        <p:spPr>
          <a:xfrm>
            <a:off x="2948609" y="2736574"/>
            <a:ext cx="6586330" cy="15902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293A6CB-7BD4-8C48-349D-4DE32CA563EE}"/>
              </a:ext>
            </a:extLst>
          </p:cNvPr>
          <p:cNvSpPr/>
          <p:nvPr/>
        </p:nvSpPr>
        <p:spPr>
          <a:xfrm>
            <a:off x="3200400" y="2522124"/>
            <a:ext cx="704850" cy="159026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930DE10-00BD-52B5-76D7-CB6FB90C8D1A}"/>
              </a:ext>
            </a:extLst>
          </p:cNvPr>
          <p:cNvSpPr/>
          <p:nvPr/>
        </p:nvSpPr>
        <p:spPr>
          <a:xfrm flipH="1">
            <a:off x="4119562" y="2522124"/>
            <a:ext cx="704850" cy="159026"/>
          </a:xfrm>
          <a:prstGeom prst="rightArrow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AB9905FF-0848-040A-37CD-8A1BD7F67C70}"/>
              </a:ext>
            </a:extLst>
          </p:cNvPr>
          <p:cNvSpPr/>
          <p:nvPr/>
        </p:nvSpPr>
        <p:spPr>
          <a:xfrm>
            <a:off x="3371589" y="2313574"/>
            <a:ext cx="704850" cy="15902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E142C569-5F36-0770-7DFA-1439FD3A2753}"/>
              </a:ext>
            </a:extLst>
          </p:cNvPr>
          <p:cNvSpPr/>
          <p:nvPr/>
        </p:nvSpPr>
        <p:spPr>
          <a:xfrm flipH="1">
            <a:off x="4290751" y="2313574"/>
            <a:ext cx="704850" cy="159026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387C9D07-C873-F3D3-3F86-52FF7A595893}"/>
              </a:ext>
            </a:extLst>
          </p:cNvPr>
          <p:cNvSpPr/>
          <p:nvPr/>
        </p:nvSpPr>
        <p:spPr>
          <a:xfrm>
            <a:off x="5574507" y="2522124"/>
            <a:ext cx="704850" cy="15902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21D57142-7CAE-4303-C654-3B8FF6DF6A32}"/>
              </a:ext>
            </a:extLst>
          </p:cNvPr>
          <p:cNvSpPr/>
          <p:nvPr/>
        </p:nvSpPr>
        <p:spPr>
          <a:xfrm flipH="1">
            <a:off x="6493669" y="2522124"/>
            <a:ext cx="704850" cy="159026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86265E30-836E-53B0-ED02-3F934199C64A}"/>
              </a:ext>
            </a:extLst>
          </p:cNvPr>
          <p:cNvSpPr/>
          <p:nvPr/>
        </p:nvSpPr>
        <p:spPr>
          <a:xfrm>
            <a:off x="5884040" y="2307674"/>
            <a:ext cx="704850" cy="15902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FFF53890-4A37-3198-3323-0723A4F9A57D}"/>
              </a:ext>
            </a:extLst>
          </p:cNvPr>
          <p:cNvSpPr/>
          <p:nvPr/>
        </p:nvSpPr>
        <p:spPr>
          <a:xfrm flipH="1">
            <a:off x="6803202" y="2307674"/>
            <a:ext cx="704850" cy="159026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Arrow: Right 42">
            <a:extLst>
              <a:ext uri="{FF2B5EF4-FFF2-40B4-BE49-F238E27FC236}">
                <a16:creationId xmlns:a16="http://schemas.microsoft.com/office/drawing/2014/main" id="{8E9665F9-0E87-B537-B070-5FC680EDFF6D}"/>
              </a:ext>
            </a:extLst>
          </p:cNvPr>
          <p:cNvSpPr/>
          <p:nvPr/>
        </p:nvSpPr>
        <p:spPr>
          <a:xfrm>
            <a:off x="6236465" y="2093224"/>
            <a:ext cx="704850" cy="159026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2C7F6A58-3DDD-F9B7-A0BC-59AAA50658AA}"/>
              </a:ext>
            </a:extLst>
          </p:cNvPr>
          <p:cNvSpPr/>
          <p:nvPr/>
        </p:nvSpPr>
        <p:spPr>
          <a:xfrm flipH="1">
            <a:off x="7155627" y="2093224"/>
            <a:ext cx="704850" cy="159026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Arrow: Right 46">
            <a:extLst>
              <a:ext uri="{FF2B5EF4-FFF2-40B4-BE49-F238E27FC236}">
                <a16:creationId xmlns:a16="http://schemas.microsoft.com/office/drawing/2014/main" id="{86EFAA1D-BECA-ABDE-1298-E0C772BBF70B}"/>
              </a:ext>
            </a:extLst>
          </p:cNvPr>
          <p:cNvSpPr/>
          <p:nvPr/>
        </p:nvSpPr>
        <p:spPr>
          <a:xfrm>
            <a:off x="6741319" y="1852707"/>
            <a:ext cx="704850" cy="15902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Arrow: Right 47">
            <a:extLst>
              <a:ext uri="{FF2B5EF4-FFF2-40B4-BE49-F238E27FC236}">
                <a16:creationId xmlns:a16="http://schemas.microsoft.com/office/drawing/2014/main" id="{BDFD622F-7A03-29B8-D034-906CF5FD887B}"/>
              </a:ext>
            </a:extLst>
          </p:cNvPr>
          <p:cNvSpPr/>
          <p:nvPr/>
        </p:nvSpPr>
        <p:spPr>
          <a:xfrm flipH="1">
            <a:off x="7660481" y="1852707"/>
            <a:ext cx="704850" cy="159026"/>
          </a:xfrm>
          <a:prstGeom prst="rightArrow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C4715951-0DEB-6F6E-AAF5-E88767EB40E9}"/>
              </a:ext>
            </a:extLst>
          </p:cNvPr>
          <p:cNvSpPr txBox="1"/>
          <p:nvPr/>
        </p:nvSpPr>
        <p:spPr>
          <a:xfrm>
            <a:off x="6920677" y="3430724"/>
            <a:ext cx="187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Read Name</a:t>
            </a:r>
          </a:p>
          <a:p>
            <a:pPr algn="ctr"/>
            <a:r>
              <a:rPr lang="en-GB" dirty="0"/>
              <a:t>sorted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A11CAD9-DC9E-97D7-66F7-B9739EDA60F6}"/>
              </a:ext>
            </a:extLst>
          </p:cNvPr>
          <p:cNvSpPr txBox="1"/>
          <p:nvPr/>
        </p:nvSpPr>
        <p:spPr>
          <a:xfrm>
            <a:off x="3350951" y="3442598"/>
            <a:ext cx="187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Co-ordinate sorted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98E11E7D-267F-54FB-0496-0D1B6A0AC131}"/>
              </a:ext>
            </a:extLst>
          </p:cNvPr>
          <p:cNvSpPr txBox="1"/>
          <p:nvPr/>
        </p:nvSpPr>
        <p:spPr>
          <a:xfrm>
            <a:off x="3350950" y="4088929"/>
            <a:ext cx="253308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Quickly return reads from specific locations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Find reads that align close to one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3E82F9A9-1193-579F-2E3E-BFF578C89905}"/>
              </a:ext>
            </a:extLst>
          </p:cNvPr>
          <p:cNvSpPr txBox="1"/>
          <p:nvPr/>
        </p:nvSpPr>
        <p:spPr>
          <a:xfrm>
            <a:off x="6696046" y="3962401"/>
            <a:ext cx="25330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R1 and R2 next to one another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Alignment location not important</a:t>
            </a:r>
          </a:p>
        </p:txBody>
      </p:sp>
    </p:spTree>
    <p:extLst>
      <p:ext uri="{BB962C8B-B14F-4D97-AF65-F5344CB8AC3E}">
        <p14:creationId xmlns:p14="http://schemas.microsoft.com/office/powerpoint/2010/main" val="1303493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85185E-6 L -0.08659 0.16157 " pathEditMode="relative" rAng="0" ptsTypes="AA">
                                      <p:cBhvr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36" y="8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59259E-6 L -0.10039 0.22477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26" y="11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85185E-6 L -0.16211 0.225 " pathEditMode="relative" rAng="0" ptsTypes="AA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112" y="1125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2.59259E-6 L -0.17578 0.28797 " pathEditMode="relative" rAng="0" ptsTypes="AA">
                                      <p:cBhvr>
                                        <p:cTn id="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89" y="1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85185E-6 L -0.28151 0.28819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076" y="14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5185E-6 L -0.30612 0.35046 " pathEditMode="relative" rAng="0" ptsTypes="AA">
                                      <p:cBhvr>
                                        <p:cTn id="2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13" y="175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85185E-6 L -0.33515 0.41366 " pathEditMode="relative" rAng="0" ptsTypes="AA">
                                      <p:cBhvr>
                                        <p:cTn id="2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58" y="20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85185E-6 L -0.35664 0.38264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839" y="191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96296E-6 L -0.37708 0.51273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854" y="2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4500"/>
                            </p:stCondLst>
                            <p:childTnLst>
                              <p:par>
                                <p:cTn id="3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85185E-6 L -0.38216 0.47662 " pathEditMode="relative" rAng="0" ptsTypes="AA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115" y="238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85185E-6 L -0.41029 0.53981 " pathEditMode="relative" rAng="0" ptsTypes="AA">
                                      <p:cBhvr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521" y="26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0"/>
                            </p:stCondLst>
                            <p:childTnLst>
                              <p:par>
                                <p:cTn id="3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2.96296E-6 L -0.45208 0.60787 " pathEditMode="relative" rAng="0" ptsTypes="AA">
                                      <p:cBhvr>
                                        <p:cTn id="3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604" y="30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85185E-6 L 0.20859 0.16342 " pathEditMode="relative" rAng="0" ptsTypes="AA">
                                      <p:cBhvr>
                                        <p:cTn id="54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30" y="81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1.85185E-6 L 0.1332 0.19329 " pathEditMode="relative" rAng="0" ptsTypes="AA">
                                      <p:cBhvr>
                                        <p:cTn id="57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654" y="965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-2.59259E-6 L 0.19453 0.25764 " pathEditMode="relative" rAng="0" ptsTypes="AA">
                                      <p:cBhvr>
                                        <p:cTn id="60" dur="500" fill="hold"/>
                                        <p:tgtEl>
                                          <p:spTgt spid="1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727" y="128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2.59259E-6 L 0.11914 0.28727 " pathEditMode="relative" rAng="0" ptsTypes="AA">
                                      <p:cBhvr>
                                        <p:cTn id="63" dur="500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51" y="1435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-2.96296E-6 L -0.0819 0.38565 " pathEditMode="relative" rAng="0" ptsTypes="AA">
                                      <p:cBhvr>
                                        <p:cTn id="66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02" y="192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"/>
                            </p:stCondLst>
                            <p:childTnLst>
                              <p:par>
                                <p:cTn id="68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45833E-6 -2.96296E-6 L -0.15716 0.41922 " pathEditMode="relative" rAng="0" ptsTypes="AA">
                                      <p:cBhvr>
                                        <p:cTn id="6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65" y="209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85185E-6 L -0.04036 0.41389 " pathEditMode="relative" rAng="0" ptsTypes="AA">
                                      <p:cBhvr>
                                        <p:cTn id="72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18" y="20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3500"/>
                            </p:stCondLst>
                            <p:childTnLst>
                              <p:par>
                                <p:cTn id="74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85185E-6 L -0.11576 0.44629 " pathEditMode="relative" rAng="0" ptsTypes="AA">
                                      <p:cBhvr>
                                        <p:cTn id="75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94" y="2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000"/>
                            </p:stCondLst>
                            <p:childTnLst>
                              <p:par>
                                <p:cTn id="77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85185E-6 L -0.01146 0.44653 " pathEditMode="relative" rAng="0" ptsTypes="AA">
                                      <p:cBhvr>
                                        <p:cTn id="78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3" y="22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85185E-6 L -0.08685 0.47685 " pathEditMode="relative" rAng="0" ptsTypes="AA">
                                      <p:cBhvr>
                                        <p:cTn id="81" dur="500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49" y="23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0"/>
                            </p:stCondLst>
                            <p:childTnLst>
                              <p:par>
                                <p:cTn id="8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85185E-6 L 0.0138 0.47708 " pathEditMode="relative" rAng="0" ptsTypes="AA">
                                      <p:cBhvr>
                                        <p:cTn id="8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0" y="238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500"/>
                            </p:stCondLst>
                            <p:childTnLst>
                              <p:par>
                                <p:cTn id="86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1.85185E-6 L -0.06159 0.50972 " pathEditMode="relative" rAng="0" ptsTypes="AA">
                                      <p:cBhvr>
                                        <p:cTn id="87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086" y="2548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000"/>
                            </p:stCondLst>
                            <p:childTnLst>
                              <p:par>
                                <p:cTn id="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" grpId="0" animBg="1"/>
      <p:bldP spid="126" grpId="0" animBg="1"/>
      <p:bldP spid="128" grpId="0" animBg="1"/>
      <p:bldP spid="129" grpId="0" animBg="1"/>
      <p:bldP spid="131" grpId="0" animBg="1"/>
      <p:bldP spid="132" grpId="0" animBg="1"/>
      <p:bldP spid="134" grpId="0" animBg="1"/>
      <p:bldP spid="135" grpId="0" animBg="1"/>
      <p:bldP spid="137" grpId="0" animBg="1"/>
      <p:bldP spid="138" grpId="0" animBg="1"/>
      <p:bldP spid="140" grpId="0" animBg="1"/>
      <p:bldP spid="141" grpId="0" animBg="1"/>
      <p:bldP spid="9" grpId="0" animBg="1"/>
      <p:bldP spid="10" grpId="0" animBg="1"/>
      <p:bldP spid="31" grpId="0" animBg="1"/>
      <p:bldP spid="32" grpId="0" animBg="1"/>
      <p:bldP spid="35" grpId="0" animBg="1"/>
      <p:bldP spid="36" grpId="0" animBg="1"/>
      <p:bldP spid="39" grpId="0" animBg="1"/>
      <p:bldP spid="40" grpId="0" animBg="1"/>
      <p:bldP spid="43" grpId="0" animBg="1"/>
      <p:bldP spid="44" grpId="0" animBg="1"/>
      <p:bldP spid="47" grpId="0" animBg="1"/>
      <p:bldP spid="48" grpId="0" animBg="1"/>
      <p:bldP spid="142" grpId="0"/>
      <p:bldP spid="14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B1228-5EC1-3A02-1803-68AE501F0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 Genomes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1228C-3259-7E16-924A-C691C12A4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There are several versions of the human genome</a:t>
            </a:r>
          </a:p>
          <a:p>
            <a:pPr lvl="1"/>
            <a:r>
              <a:rPr lang="en-GB" dirty="0"/>
              <a:t>Most commonly:</a:t>
            </a:r>
          </a:p>
          <a:p>
            <a:pPr lvl="2"/>
            <a:r>
              <a:rPr lang="en-GB" dirty="0"/>
              <a:t>hg19 (also known as hg37)</a:t>
            </a:r>
          </a:p>
          <a:p>
            <a:pPr lvl="2"/>
            <a:r>
              <a:rPr lang="en-GB" dirty="0"/>
              <a:t>hg38</a:t>
            </a:r>
          </a:p>
          <a:p>
            <a:r>
              <a:rPr lang="en-GB" dirty="0"/>
              <a:t>Difference places will have slightly different notation</a:t>
            </a:r>
          </a:p>
          <a:p>
            <a:pPr lvl="1"/>
            <a:r>
              <a:rPr lang="en-GB" dirty="0"/>
              <a:t>Most importantly chromosome names</a:t>
            </a:r>
          </a:p>
          <a:p>
            <a:pPr lvl="2"/>
            <a:r>
              <a:rPr lang="en-GB" dirty="0"/>
              <a:t>1, 2, 3 etc …</a:t>
            </a:r>
          </a:p>
          <a:p>
            <a:pPr lvl="2"/>
            <a:r>
              <a:rPr lang="en-GB" dirty="0"/>
              <a:t>chr1, chr2, chr3 etc …</a:t>
            </a:r>
          </a:p>
        </p:txBody>
      </p:sp>
    </p:spTree>
    <p:extLst>
      <p:ext uri="{BB962C8B-B14F-4D97-AF65-F5344CB8AC3E}">
        <p14:creationId xmlns:p14="http://schemas.microsoft.com/office/powerpoint/2010/main" val="127635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DAB13-3D8B-359E-69DC-12A6A6A7F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Aligning to an 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EE859-54E2-CDB8-D0CB-42D09A261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Alignment tools use custom index files for alignment</a:t>
            </a:r>
          </a:p>
          <a:p>
            <a:pPr lvl="1"/>
            <a:r>
              <a:rPr lang="en-GB" dirty="0"/>
              <a:t>NOT the raw FASTA file</a:t>
            </a:r>
          </a:p>
          <a:p>
            <a:r>
              <a:rPr lang="en-GB" dirty="0"/>
              <a:t>Each alignment tool will generate its own index</a:t>
            </a:r>
          </a:p>
          <a:p>
            <a:pPr lvl="1"/>
            <a:r>
              <a:rPr lang="en-GB" dirty="0"/>
              <a:t>They are not cross compatible</a:t>
            </a:r>
          </a:p>
          <a:p>
            <a:pPr lvl="1"/>
            <a:r>
              <a:rPr lang="en-GB" dirty="0"/>
              <a:t>But once made they can be used for any project</a:t>
            </a:r>
          </a:p>
          <a:p>
            <a:r>
              <a:rPr lang="en-GB" dirty="0"/>
              <a:t>Each genome you want to use </a:t>
            </a:r>
            <a:r>
              <a:rPr lang="en-GB"/>
              <a:t>needs its </a:t>
            </a:r>
            <a:r>
              <a:rPr lang="en-GB" dirty="0"/>
              <a:t>own index</a:t>
            </a:r>
          </a:p>
          <a:p>
            <a:r>
              <a:rPr lang="en-GB" dirty="0"/>
              <a:t>Updating software can mean you need to rebuild your index</a:t>
            </a:r>
          </a:p>
          <a:p>
            <a:r>
              <a:rPr lang="en-GB" dirty="0"/>
              <a:t>These tools all come with an indexing tool to do this</a:t>
            </a:r>
          </a:p>
        </p:txBody>
      </p:sp>
    </p:spTree>
    <p:extLst>
      <p:ext uri="{BB962C8B-B14F-4D97-AF65-F5344CB8AC3E}">
        <p14:creationId xmlns:p14="http://schemas.microsoft.com/office/powerpoint/2010/main" val="402876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DFE83-8692-D1D0-3905-9F438559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PCR duplicates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50A373-0B5B-E10E-02F4-AEDB88F8AA97}"/>
              </a:ext>
            </a:extLst>
          </p:cNvPr>
          <p:cNvSpPr/>
          <p:nvPr/>
        </p:nvSpPr>
        <p:spPr>
          <a:xfrm>
            <a:off x="2449935" y="5235498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DD2473-EFD3-2403-49F7-FB53F72B5E2A}"/>
              </a:ext>
            </a:extLst>
          </p:cNvPr>
          <p:cNvSpPr/>
          <p:nvPr/>
        </p:nvSpPr>
        <p:spPr>
          <a:xfrm>
            <a:off x="2272293" y="5357044"/>
            <a:ext cx="871603" cy="81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86C311-988A-AAEC-4580-F8698B39A3DB}"/>
              </a:ext>
            </a:extLst>
          </p:cNvPr>
          <p:cNvSpPr/>
          <p:nvPr/>
        </p:nvSpPr>
        <p:spPr>
          <a:xfrm>
            <a:off x="9072599" y="5559595"/>
            <a:ext cx="813862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3832E9-3C3D-835C-AEB0-9FC1D55A80AE}"/>
              </a:ext>
            </a:extLst>
          </p:cNvPr>
          <p:cNvSpPr/>
          <p:nvPr/>
        </p:nvSpPr>
        <p:spPr>
          <a:xfrm>
            <a:off x="7086780" y="5559595"/>
            <a:ext cx="1985819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135C67-3F67-895D-3EE4-5F78DD737D46}"/>
              </a:ext>
            </a:extLst>
          </p:cNvPr>
          <p:cNvSpPr/>
          <p:nvPr/>
        </p:nvSpPr>
        <p:spPr>
          <a:xfrm>
            <a:off x="1586523" y="5559595"/>
            <a:ext cx="1528619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8F110-6F68-DC1A-00C8-50775CB55BCE}"/>
              </a:ext>
            </a:extLst>
          </p:cNvPr>
          <p:cNvSpPr/>
          <p:nvPr/>
        </p:nvSpPr>
        <p:spPr>
          <a:xfrm flipH="1">
            <a:off x="3115142" y="5559595"/>
            <a:ext cx="206396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A6116D-496A-743F-6A7A-8D8F3FBBE916}"/>
              </a:ext>
            </a:extLst>
          </p:cNvPr>
          <p:cNvSpPr/>
          <p:nvPr/>
        </p:nvSpPr>
        <p:spPr>
          <a:xfrm>
            <a:off x="3115142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3CF3A7-0E0B-06C2-E85A-15910E2B58A8}"/>
              </a:ext>
            </a:extLst>
          </p:cNvPr>
          <p:cNvSpPr/>
          <p:nvPr/>
        </p:nvSpPr>
        <p:spPr>
          <a:xfrm>
            <a:off x="5678853" y="5559595"/>
            <a:ext cx="1407927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787533-4532-FDBD-F2C6-9E4AF9CF855E}"/>
              </a:ext>
            </a:extLst>
          </p:cNvPr>
          <p:cNvSpPr/>
          <p:nvPr/>
        </p:nvSpPr>
        <p:spPr>
          <a:xfrm>
            <a:off x="5100961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2F5DC3-56E0-DDFA-833F-C9C9ECA5C10B}"/>
              </a:ext>
            </a:extLst>
          </p:cNvPr>
          <p:cNvSpPr/>
          <p:nvPr/>
        </p:nvSpPr>
        <p:spPr>
          <a:xfrm>
            <a:off x="7086780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17B5AC-654D-4ED4-3D1E-34F47330C9C0}"/>
              </a:ext>
            </a:extLst>
          </p:cNvPr>
          <p:cNvSpPr/>
          <p:nvPr/>
        </p:nvSpPr>
        <p:spPr>
          <a:xfrm>
            <a:off x="9072599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45EE66-80B4-0CBC-2AEB-868AC72B1BD6}"/>
              </a:ext>
            </a:extLst>
          </p:cNvPr>
          <p:cNvSpPr/>
          <p:nvPr/>
        </p:nvSpPr>
        <p:spPr>
          <a:xfrm>
            <a:off x="1833561" y="4743923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C7EFF6-14FF-855D-FA1C-24495D457C88}"/>
              </a:ext>
            </a:extLst>
          </p:cNvPr>
          <p:cNvSpPr/>
          <p:nvPr/>
        </p:nvSpPr>
        <p:spPr>
          <a:xfrm>
            <a:off x="2022324" y="498660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747C68-57B2-728F-20D1-1C4C0D2993B6}"/>
              </a:ext>
            </a:extLst>
          </p:cNvPr>
          <p:cNvSpPr/>
          <p:nvPr/>
        </p:nvSpPr>
        <p:spPr>
          <a:xfrm>
            <a:off x="1586523" y="4378348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F3CE2D-87AD-DF8C-926E-8FD4E7D7E42D}"/>
              </a:ext>
            </a:extLst>
          </p:cNvPr>
          <p:cNvSpPr/>
          <p:nvPr/>
        </p:nvSpPr>
        <p:spPr>
          <a:xfrm>
            <a:off x="1586523" y="450124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34CF79-81BC-5E39-C081-4A20E2B31FEF}"/>
              </a:ext>
            </a:extLst>
          </p:cNvPr>
          <p:cNvSpPr/>
          <p:nvPr/>
        </p:nvSpPr>
        <p:spPr>
          <a:xfrm>
            <a:off x="1586523" y="4624136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F67BAA-6260-F534-D1E5-886C0664FB31}"/>
              </a:ext>
            </a:extLst>
          </p:cNvPr>
          <p:cNvSpPr/>
          <p:nvPr/>
        </p:nvSpPr>
        <p:spPr>
          <a:xfrm>
            <a:off x="1586523" y="486992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584025-EF1C-86B0-A88D-2A5EC06C26A1}"/>
              </a:ext>
            </a:extLst>
          </p:cNvPr>
          <p:cNvSpPr/>
          <p:nvPr/>
        </p:nvSpPr>
        <p:spPr>
          <a:xfrm>
            <a:off x="1586523" y="511571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260AA9-E32F-4AF0-C411-4CFB2BA07FE4}"/>
              </a:ext>
            </a:extLst>
          </p:cNvPr>
          <p:cNvSpPr/>
          <p:nvPr/>
        </p:nvSpPr>
        <p:spPr>
          <a:xfrm>
            <a:off x="7715644" y="531607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AC9F1E-BD01-75E1-6D8A-0476183FE4D8}"/>
              </a:ext>
            </a:extLst>
          </p:cNvPr>
          <p:cNvSpPr/>
          <p:nvPr/>
        </p:nvSpPr>
        <p:spPr>
          <a:xfrm>
            <a:off x="6851502" y="494892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311440B-FBB3-7DF2-A46C-8E5BD7453AF7}"/>
              </a:ext>
            </a:extLst>
          </p:cNvPr>
          <p:cNvSpPr/>
          <p:nvPr/>
        </p:nvSpPr>
        <p:spPr>
          <a:xfrm>
            <a:off x="7199342" y="507130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947DB4-1EC3-75DD-B3EF-80F1FBF2AEAB}"/>
              </a:ext>
            </a:extLst>
          </p:cNvPr>
          <p:cNvSpPr/>
          <p:nvPr/>
        </p:nvSpPr>
        <p:spPr>
          <a:xfrm>
            <a:off x="7335205" y="5192440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3517C0-3529-09AF-5BCB-37E54031276B}"/>
              </a:ext>
            </a:extLst>
          </p:cNvPr>
          <p:cNvSpPr/>
          <p:nvPr/>
        </p:nvSpPr>
        <p:spPr>
          <a:xfrm>
            <a:off x="7468606" y="543846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E50190B-C32A-3869-6282-74CA0557CC72}"/>
              </a:ext>
            </a:extLst>
          </p:cNvPr>
          <p:cNvSpPr/>
          <p:nvPr/>
        </p:nvSpPr>
        <p:spPr>
          <a:xfrm>
            <a:off x="5815268" y="4703213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1789874-C0C4-6652-D7F3-EC33D32390E7}"/>
              </a:ext>
            </a:extLst>
          </p:cNvPr>
          <p:cNvSpPr/>
          <p:nvPr/>
        </p:nvSpPr>
        <p:spPr>
          <a:xfrm>
            <a:off x="7032804" y="433699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C669977-CFDF-8BCD-0221-04BC64974D92}"/>
              </a:ext>
            </a:extLst>
          </p:cNvPr>
          <p:cNvSpPr/>
          <p:nvPr/>
        </p:nvSpPr>
        <p:spPr>
          <a:xfrm>
            <a:off x="5678853" y="445938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CD3EB0E-93D8-3D23-9C2E-15B499CB747C}"/>
              </a:ext>
            </a:extLst>
          </p:cNvPr>
          <p:cNvSpPr/>
          <p:nvPr/>
        </p:nvSpPr>
        <p:spPr>
          <a:xfrm>
            <a:off x="5925890" y="4592105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F7CCEED-5FFD-518C-1C38-177DE8681734}"/>
              </a:ext>
            </a:extLst>
          </p:cNvPr>
          <p:cNvSpPr/>
          <p:nvPr/>
        </p:nvSpPr>
        <p:spPr>
          <a:xfrm>
            <a:off x="6114654" y="482653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FFA369-F439-5FBF-02D7-4BA67AA6FAFD}"/>
              </a:ext>
            </a:extLst>
          </p:cNvPr>
          <p:cNvSpPr/>
          <p:nvPr/>
        </p:nvSpPr>
        <p:spPr>
          <a:xfrm>
            <a:off x="5925891" y="409222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21FAB8-784D-018F-C69F-1B3AFD3BF920}"/>
              </a:ext>
            </a:extLst>
          </p:cNvPr>
          <p:cNvSpPr/>
          <p:nvPr/>
        </p:nvSpPr>
        <p:spPr>
          <a:xfrm>
            <a:off x="5678853" y="372507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20D44AF-0563-5B7D-6E52-1544E98A1CC8}"/>
              </a:ext>
            </a:extLst>
          </p:cNvPr>
          <p:cNvSpPr/>
          <p:nvPr/>
        </p:nvSpPr>
        <p:spPr>
          <a:xfrm>
            <a:off x="5678853" y="384745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8F12A0-A965-7DD8-E8E6-F496EC510C4A}"/>
              </a:ext>
            </a:extLst>
          </p:cNvPr>
          <p:cNvSpPr/>
          <p:nvPr/>
        </p:nvSpPr>
        <p:spPr>
          <a:xfrm>
            <a:off x="6361692" y="396984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7AB94FB-54CA-BD8B-66AD-722CD4E61017}"/>
              </a:ext>
            </a:extLst>
          </p:cNvPr>
          <p:cNvSpPr/>
          <p:nvPr/>
        </p:nvSpPr>
        <p:spPr>
          <a:xfrm>
            <a:off x="6215177" y="4213673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5C746E-A748-E481-D8D9-BE2887E9E5D0}"/>
              </a:ext>
            </a:extLst>
          </p:cNvPr>
          <p:cNvSpPr/>
          <p:nvPr/>
        </p:nvSpPr>
        <p:spPr>
          <a:xfrm>
            <a:off x="8991559" y="5312461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34DBDBA-84DD-EFC6-9224-7C370C3C4537}"/>
              </a:ext>
            </a:extLst>
          </p:cNvPr>
          <p:cNvSpPr/>
          <p:nvPr/>
        </p:nvSpPr>
        <p:spPr>
          <a:xfrm>
            <a:off x="8316910" y="494766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7F2097C-BD5B-12E6-1187-DC3B112CCD54}"/>
              </a:ext>
            </a:extLst>
          </p:cNvPr>
          <p:cNvSpPr/>
          <p:nvPr/>
        </p:nvSpPr>
        <p:spPr>
          <a:xfrm>
            <a:off x="8421792" y="5070556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5502A73-8D13-D55C-6C7F-121150995C78}"/>
              </a:ext>
            </a:extLst>
          </p:cNvPr>
          <p:cNvSpPr/>
          <p:nvPr/>
        </p:nvSpPr>
        <p:spPr>
          <a:xfrm>
            <a:off x="8744521" y="519267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E95009B-CD7A-55D5-8619-4250BF695D45}"/>
              </a:ext>
            </a:extLst>
          </p:cNvPr>
          <p:cNvSpPr/>
          <p:nvPr/>
        </p:nvSpPr>
        <p:spPr>
          <a:xfrm>
            <a:off x="8756426" y="543846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0D98937-BB31-DE82-B237-BE8403EDDCB5}"/>
              </a:ext>
            </a:extLst>
          </p:cNvPr>
          <p:cNvSpPr/>
          <p:nvPr/>
        </p:nvSpPr>
        <p:spPr>
          <a:xfrm>
            <a:off x="9015369" y="4717175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41D9F45-6CF0-DD4F-05FB-4DF65C2B9F07}"/>
              </a:ext>
            </a:extLst>
          </p:cNvPr>
          <p:cNvSpPr/>
          <p:nvPr/>
        </p:nvSpPr>
        <p:spPr>
          <a:xfrm>
            <a:off x="8177697" y="4351600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AE04E80-E2C7-25FC-6DC0-F5630DDC312D}"/>
              </a:ext>
            </a:extLst>
          </p:cNvPr>
          <p:cNvSpPr/>
          <p:nvPr/>
        </p:nvSpPr>
        <p:spPr>
          <a:xfrm>
            <a:off x="8177697" y="447449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A43E93-2805-4B05-DC65-7B0AA205D7CA}"/>
              </a:ext>
            </a:extLst>
          </p:cNvPr>
          <p:cNvSpPr/>
          <p:nvPr/>
        </p:nvSpPr>
        <p:spPr>
          <a:xfrm>
            <a:off x="8720711" y="4597388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AF03B7F-24F5-F5C2-ED3D-5F308886FC68}"/>
              </a:ext>
            </a:extLst>
          </p:cNvPr>
          <p:cNvSpPr/>
          <p:nvPr/>
        </p:nvSpPr>
        <p:spPr>
          <a:xfrm>
            <a:off x="8119956" y="484395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2464B69-85B0-C411-0C01-BDC699648F09}"/>
              </a:ext>
            </a:extLst>
          </p:cNvPr>
          <p:cNvCxnSpPr>
            <a:cxnSpLocks/>
          </p:cNvCxnSpPr>
          <p:nvPr/>
        </p:nvCxnSpPr>
        <p:spPr>
          <a:xfrm>
            <a:off x="1586523" y="4296033"/>
            <a:ext cx="0" cy="1615254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A6F5D2F-639A-5F8C-5F1E-457DD0C19E75}"/>
              </a:ext>
            </a:extLst>
          </p:cNvPr>
          <p:cNvCxnSpPr>
            <a:cxnSpLocks/>
          </p:cNvCxnSpPr>
          <p:nvPr/>
        </p:nvCxnSpPr>
        <p:spPr>
          <a:xfrm>
            <a:off x="2449935" y="4296033"/>
            <a:ext cx="0" cy="1615254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907037B-B530-547B-7FBA-CAA465F934B8}"/>
              </a:ext>
            </a:extLst>
          </p:cNvPr>
          <p:cNvCxnSpPr>
            <a:cxnSpLocks/>
          </p:cNvCxnSpPr>
          <p:nvPr/>
        </p:nvCxnSpPr>
        <p:spPr>
          <a:xfrm>
            <a:off x="5673178" y="3680032"/>
            <a:ext cx="5675" cy="2196085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644C541-9397-2D83-EE21-7E6986DFB43E}"/>
              </a:ext>
            </a:extLst>
          </p:cNvPr>
          <p:cNvCxnSpPr>
            <a:cxnSpLocks/>
          </p:cNvCxnSpPr>
          <p:nvPr/>
        </p:nvCxnSpPr>
        <p:spPr>
          <a:xfrm>
            <a:off x="6550455" y="3680032"/>
            <a:ext cx="13865" cy="2160916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7140F67-A3F2-09C9-1EED-ABFFF6173482}"/>
              </a:ext>
            </a:extLst>
          </p:cNvPr>
          <p:cNvCxnSpPr>
            <a:cxnSpLocks/>
          </p:cNvCxnSpPr>
          <p:nvPr/>
        </p:nvCxnSpPr>
        <p:spPr>
          <a:xfrm>
            <a:off x="8178955" y="3690675"/>
            <a:ext cx="5675" cy="2196085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AF7651B-F064-7E7C-9039-5845BB9CD754}"/>
              </a:ext>
            </a:extLst>
          </p:cNvPr>
          <p:cNvCxnSpPr>
            <a:cxnSpLocks/>
          </p:cNvCxnSpPr>
          <p:nvPr/>
        </p:nvCxnSpPr>
        <p:spPr>
          <a:xfrm>
            <a:off x="9042367" y="3690675"/>
            <a:ext cx="13865" cy="2160916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7887D42-CE57-B59A-CCC1-00EEDFA2B89F}"/>
              </a:ext>
            </a:extLst>
          </p:cNvPr>
          <p:cNvSpPr/>
          <p:nvPr/>
        </p:nvSpPr>
        <p:spPr>
          <a:xfrm>
            <a:off x="1129323" y="5842595"/>
            <a:ext cx="1985819" cy="686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7C8A9040-3658-FF27-CF09-20BCD7EE0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22372"/>
          </a:xfrm>
        </p:spPr>
        <p:txBody>
          <a:bodyPr/>
          <a:lstStyle/>
          <a:p>
            <a:r>
              <a:rPr lang="en-GB" dirty="0"/>
              <a:t>Reads might represent PCR duplicates, rather than unique reads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6765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DFE83-8692-D1D0-3905-9F438559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PCR duplicates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50A373-0B5B-E10E-02F4-AEDB88F8AA97}"/>
              </a:ext>
            </a:extLst>
          </p:cNvPr>
          <p:cNvSpPr/>
          <p:nvPr/>
        </p:nvSpPr>
        <p:spPr>
          <a:xfrm>
            <a:off x="2449935" y="5235498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DD2473-EFD3-2403-49F7-FB53F72B5E2A}"/>
              </a:ext>
            </a:extLst>
          </p:cNvPr>
          <p:cNvSpPr/>
          <p:nvPr/>
        </p:nvSpPr>
        <p:spPr>
          <a:xfrm>
            <a:off x="2272293" y="5357044"/>
            <a:ext cx="871603" cy="81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86C311-988A-AAEC-4580-F8698B39A3DB}"/>
              </a:ext>
            </a:extLst>
          </p:cNvPr>
          <p:cNvSpPr/>
          <p:nvPr/>
        </p:nvSpPr>
        <p:spPr>
          <a:xfrm>
            <a:off x="9072599" y="5559595"/>
            <a:ext cx="813862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3832E9-3C3D-835C-AEB0-9FC1D55A80AE}"/>
              </a:ext>
            </a:extLst>
          </p:cNvPr>
          <p:cNvSpPr/>
          <p:nvPr/>
        </p:nvSpPr>
        <p:spPr>
          <a:xfrm>
            <a:off x="7086780" y="5559595"/>
            <a:ext cx="1985819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135C67-3F67-895D-3EE4-5F78DD737D46}"/>
              </a:ext>
            </a:extLst>
          </p:cNvPr>
          <p:cNvSpPr/>
          <p:nvPr/>
        </p:nvSpPr>
        <p:spPr>
          <a:xfrm>
            <a:off x="1586523" y="5559595"/>
            <a:ext cx="1528619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8F110-6F68-DC1A-00C8-50775CB55BCE}"/>
              </a:ext>
            </a:extLst>
          </p:cNvPr>
          <p:cNvSpPr/>
          <p:nvPr/>
        </p:nvSpPr>
        <p:spPr>
          <a:xfrm flipH="1">
            <a:off x="3115142" y="5559595"/>
            <a:ext cx="206396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A6116D-496A-743F-6A7A-8D8F3FBBE916}"/>
              </a:ext>
            </a:extLst>
          </p:cNvPr>
          <p:cNvSpPr/>
          <p:nvPr/>
        </p:nvSpPr>
        <p:spPr>
          <a:xfrm>
            <a:off x="3115142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3CF3A7-0E0B-06C2-E85A-15910E2B58A8}"/>
              </a:ext>
            </a:extLst>
          </p:cNvPr>
          <p:cNvSpPr/>
          <p:nvPr/>
        </p:nvSpPr>
        <p:spPr>
          <a:xfrm>
            <a:off x="5678853" y="5559595"/>
            <a:ext cx="1407927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787533-4532-FDBD-F2C6-9E4AF9CF855E}"/>
              </a:ext>
            </a:extLst>
          </p:cNvPr>
          <p:cNvSpPr/>
          <p:nvPr/>
        </p:nvSpPr>
        <p:spPr>
          <a:xfrm>
            <a:off x="5100961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2F5DC3-56E0-DDFA-833F-C9C9ECA5C10B}"/>
              </a:ext>
            </a:extLst>
          </p:cNvPr>
          <p:cNvSpPr/>
          <p:nvPr/>
        </p:nvSpPr>
        <p:spPr>
          <a:xfrm>
            <a:off x="7086780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17B5AC-654D-4ED4-3D1E-34F47330C9C0}"/>
              </a:ext>
            </a:extLst>
          </p:cNvPr>
          <p:cNvSpPr/>
          <p:nvPr/>
        </p:nvSpPr>
        <p:spPr>
          <a:xfrm>
            <a:off x="9072599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45EE66-80B4-0CBC-2AEB-868AC72B1BD6}"/>
              </a:ext>
            </a:extLst>
          </p:cNvPr>
          <p:cNvSpPr/>
          <p:nvPr/>
        </p:nvSpPr>
        <p:spPr>
          <a:xfrm>
            <a:off x="1833561" y="4743923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C7EFF6-14FF-855D-FA1C-24495D457C88}"/>
              </a:ext>
            </a:extLst>
          </p:cNvPr>
          <p:cNvSpPr/>
          <p:nvPr/>
        </p:nvSpPr>
        <p:spPr>
          <a:xfrm>
            <a:off x="2022324" y="498660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747C68-57B2-728F-20D1-1C4C0D2993B6}"/>
              </a:ext>
            </a:extLst>
          </p:cNvPr>
          <p:cNvSpPr/>
          <p:nvPr/>
        </p:nvSpPr>
        <p:spPr>
          <a:xfrm>
            <a:off x="1586523" y="4378348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F3CE2D-87AD-DF8C-926E-8FD4E7D7E42D}"/>
              </a:ext>
            </a:extLst>
          </p:cNvPr>
          <p:cNvSpPr/>
          <p:nvPr/>
        </p:nvSpPr>
        <p:spPr>
          <a:xfrm>
            <a:off x="1586523" y="450124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34CF79-81BC-5E39-C081-4A20E2B31FEF}"/>
              </a:ext>
            </a:extLst>
          </p:cNvPr>
          <p:cNvSpPr/>
          <p:nvPr/>
        </p:nvSpPr>
        <p:spPr>
          <a:xfrm>
            <a:off x="1586523" y="4624136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F67BAA-6260-F534-D1E5-886C0664FB31}"/>
              </a:ext>
            </a:extLst>
          </p:cNvPr>
          <p:cNvSpPr/>
          <p:nvPr/>
        </p:nvSpPr>
        <p:spPr>
          <a:xfrm>
            <a:off x="1586523" y="486992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584025-EF1C-86B0-A88D-2A5EC06C26A1}"/>
              </a:ext>
            </a:extLst>
          </p:cNvPr>
          <p:cNvSpPr/>
          <p:nvPr/>
        </p:nvSpPr>
        <p:spPr>
          <a:xfrm>
            <a:off x="1586523" y="511571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260AA9-E32F-4AF0-C411-4CFB2BA07FE4}"/>
              </a:ext>
            </a:extLst>
          </p:cNvPr>
          <p:cNvSpPr/>
          <p:nvPr/>
        </p:nvSpPr>
        <p:spPr>
          <a:xfrm>
            <a:off x="7715644" y="531607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AC9F1E-BD01-75E1-6D8A-0476183FE4D8}"/>
              </a:ext>
            </a:extLst>
          </p:cNvPr>
          <p:cNvSpPr/>
          <p:nvPr/>
        </p:nvSpPr>
        <p:spPr>
          <a:xfrm>
            <a:off x="6851502" y="494892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311440B-FBB3-7DF2-A46C-8E5BD7453AF7}"/>
              </a:ext>
            </a:extLst>
          </p:cNvPr>
          <p:cNvSpPr/>
          <p:nvPr/>
        </p:nvSpPr>
        <p:spPr>
          <a:xfrm>
            <a:off x="7199342" y="507130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947DB4-1EC3-75DD-B3EF-80F1FBF2AEAB}"/>
              </a:ext>
            </a:extLst>
          </p:cNvPr>
          <p:cNvSpPr/>
          <p:nvPr/>
        </p:nvSpPr>
        <p:spPr>
          <a:xfrm>
            <a:off x="7335205" y="5192440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3517C0-3529-09AF-5BCB-37E54031276B}"/>
              </a:ext>
            </a:extLst>
          </p:cNvPr>
          <p:cNvSpPr/>
          <p:nvPr/>
        </p:nvSpPr>
        <p:spPr>
          <a:xfrm>
            <a:off x="7468606" y="543846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E50190B-C32A-3869-6282-74CA0557CC72}"/>
              </a:ext>
            </a:extLst>
          </p:cNvPr>
          <p:cNvSpPr/>
          <p:nvPr/>
        </p:nvSpPr>
        <p:spPr>
          <a:xfrm>
            <a:off x="5815268" y="4703213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1789874-C0C4-6652-D7F3-EC33D32390E7}"/>
              </a:ext>
            </a:extLst>
          </p:cNvPr>
          <p:cNvSpPr/>
          <p:nvPr/>
        </p:nvSpPr>
        <p:spPr>
          <a:xfrm>
            <a:off x="7032804" y="433699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C669977-CFDF-8BCD-0221-04BC64974D92}"/>
              </a:ext>
            </a:extLst>
          </p:cNvPr>
          <p:cNvSpPr/>
          <p:nvPr/>
        </p:nvSpPr>
        <p:spPr>
          <a:xfrm>
            <a:off x="5678853" y="445938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CD3EB0E-93D8-3D23-9C2E-15B499CB747C}"/>
              </a:ext>
            </a:extLst>
          </p:cNvPr>
          <p:cNvSpPr/>
          <p:nvPr/>
        </p:nvSpPr>
        <p:spPr>
          <a:xfrm>
            <a:off x="5925890" y="4592105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F7CCEED-5FFD-518C-1C38-177DE8681734}"/>
              </a:ext>
            </a:extLst>
          </p:cNvPr>
          <p:cNvSpPr/>
          <p:nvPr/>
        </p:nvSpPr>
        <p:spPr>
          <a:xfrm>
            <a:off x="6114654" y="482653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FFA369-F439-5FBF-02D7-4BA67AA6FAFD}"/>
              </a:ext>
            </a:extLst>
          </p:cNvPr>
          <p:cNvSpPr/>
          <p:nvPr/>
        </p:nvSpPr>
        <p:spPr>
          <a:xfrm>
            <a:off x="5925891" y="409222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21FAB8-784D-018F-C69F-1B3AFD3BF920}"/>
              </a:ext>
            </a:extLst>
          </p:cNvPr>
          <p:cNvSpPr/>
          <p:nvPr/>
        </p:nvSpPr>
        <p:spPr>
          <a:xfrm>
            <a:off x="5678853" y="372507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20D44AF-0563-5B7D-6E52-1544E98A1CC8}"/>
              </a:ext>
            </a:extLst>
          </p:cNvPr>
          <p:cNvSpPr/>
          <p:nvPr/>
        </p:nvSpPr>
        <p:spPr>
          <a:xfrm>
            <a:off x="5678853" y="384745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8F12A0-A965-7DD8-E8E6-F496EC510C4A}"/>
              </a:ext>
            </a:extLst>
          </p:cNvPr>
          <p:cNvSpPr/>
          <p:nvPr/>
        </p:nvSpPr>
        <p:spPr>
          <a:xfrm>
            <a:off x="6361692" y="396984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7AB94FB-54CA-BD8B-66AD-722CD4E61017}"/>
              </a:ext>
            </a:extLst>
          </p:cNvPr>
          <p:cNvSpPr/>
          <p:nvPr/>
        </p:nvSpPr>
        <p:spPr>
          <a:xfrm>
            <a:off x="6215177" y="4213673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5C746E-A748-E481-D8D9-BE2887E9E5D0}"/>
              </a:ext>
            </a:extLst>
          </p:cNvPr>
          <p:cNvSpPr/>
          <p:nvPr/>
        </p:nvSpPr>
        <p:spPr>
          <a:xfrm>
            <a:off x="8991559" y="5312461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34DBDBA-84DD-EFC6-9224-7C370C3C4537}"/>
              </a:ext>
            </a:extLst>
          </p:cNvPr>
          <p:cNvSpPr/>
          <p:nvPr/>
        </p:nvSpPr>
        <p:spPr>
          <a:xfrm>
            <a:off x="8316910" y="494766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7F2097C-BD5B-12E6-1187-DC3B112CCD54}"/>
              </a:ext>
            </a:extLst>
          </p:cNvPr>
          <p:cNvSpPr/>
          <p:nvPr/>
        </p:nvSpPr>
        <p:spPr>
          <a:xfrm>
            <a:off x="8421792" y="5070556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5502A73-8D13-D55C-6C7F-121150995C78}"/>
              </a:ext>
            </a:extLst>
          </p:cNvPr>
          <p:cNvSpPr/>
          <p:nvPr/>
        </p:nvSpPr>
        <p:spPr>
          <a:xfrm>
            <a:off x="8744521" y="519267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E95009B-CD7A-55D5-8619-4250BF695D45}"/>
              </a:ext>
            </a:extLst>
          </p:cNvPr>
          <p:cNvSpPr/>
          <p:nvPr/>
        </p:nvSpPr>
        <p:spPr>
          <a:xfrm>
            <a:off x="8756426" y="543846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0D98937-BB31-DE82-B237-BE8403EDDCB5}"/>
              </a:ext>
            </a:extLst>
          </p:cNvPr>
          <p:cNvSpPr/>
          <p:nvPr/>
        </p:nvSpPr>
        <p:spPr>
          <a:xfrm>
            <a:off x="9015369" y="4717175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41D9F45-6CF0-DD4F-05FB-4DF65C2B9F07}"/>
              </a:ext>
            </a:extLst>
          </p:cNvPr>
          <p:cNvSpPr/>
          <p:nvPr/>
        </p:nvSpPr>
        <p:spPr>
          <a:xfrm>
            <a:off x="8177697" y="4351600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AE04E80-E2C7-25FC-6DC0-F5630DDC312D}"/>
              </a:ext>
            </a:extLst>
          </p:cNvPr>
          <p:cNvSpPr/>
          <p:nvPr/>
        </p:nvSpPr>
        <p:spPr>
          <a:xfrm>
            <a:off x="8177697" y="447449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A43E93-2805-4B05-DC65-7B0AA205D7CA}"/>
              </a:ext>
            </a:extLst>
          </p:cNvPr>
          <p:cNvSpPr/>
          <p:nvPr/>
        </p:nvSpPr>
        <p:spPr>
          <a:xfrm>
            <a:off x="8720711" y="4597388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AF03B7F-24F5-F5C2-ED3D-5F308886FC68}"/>
              </a:ext>
            </a:extLst>
          </p:cNvPr>
          <p:cNvSpPr/>
          <p:nvPr/>
        </p:nvSpPr>
        <p:spPr>
          <a:xfrm>
            <a:off x="8119956" y="484395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2464B69-85B0-C411-0C01-BDC699648F09}"/>
              </a:ext>
            </a:extLst>
          </p:cNvPr>
          <p:cNvCxnSpPr>
            <a:cxnSpLocks/>
          </p:cNvCxnSpPr>
          <p:nvPr/>
        </p:nvCxnSpPr>
        <p:spPr>
          <a:xfrm>
            <a:off x="1586523" y="4296033"/>
            <a:ext cx="0" cy="1615254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A6F5D2F-639A-5F8C-5F1E-457DD0C19E75}"/>
              </a:ext>
            </a:extLst>
          </p:cNvPr>
          <p:cNvCxnSpPr>
            <a:cxnSpLocks/>
          </p:cNvCxnSpPr>
          <p:nvPr/>
        </p:nvCxnSpPr>
        <p:spPr>
          <a:xfrm>
            <a:off x="2449935" y="4296033"/>
            <a:ext cx="0" cy="1615254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907037B-B530-547B-7FBA-CAA465F934B8}"/>
              </a:ext>
            </a:extLst>
          </p:cNvPr>
          <p:cNvCxnSpPr>
            <a:cxnSpLocks/>
          </p:cNvCxnSpPr>
          <p:nvPr/>
        </p:nvCxnSpPr>
        <p:spPr>
          <a:xfrm>
            <a:off x="5673178" y="3680032"/>
            <a:ext cx="5675" cy="2196085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644C541-9397-2D83-EE21-7E6986DFB43E}"/>
              </a:ext>
            </a:extLst>
          </p:cNvPr>
          <p:cNvCxnSpPr>
            <a:cxnSpLocks/>
          </p:cNvCxnSpPr>
          <p:nvPr/>
        </p:nvCxnSpPr>
        <p:spPr>
          <a:xfrm>
            <a:off x="6550455" y="3680032"/>
            <a:ext cx="13865" cy="2160916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7140F67-A3F2-09C9-1EED-ABFFF6173482}"/>
              </a:ext>
            </a:extLst>
          </p:cNvPr>
          <p:cNvCxnSpPr>
            <a:cxnSpLocks/>
          </p:cNvCxnSpPr>
          <p:nvPr/>
        </p:nvCxnSpPr>
        <p:spPr>
          <a:xfrm>
            <a:off x="8178955" y="3690675"/>
            <a:ext cx="5675" cy="2196085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AF7651B-F064-7E7C-9039-5845BB9CD754}"/>
              </a:ext>
            </a:extLst>
          </p:cNvPr>
          <p:cNvCxnSpPr>
            <a:cxnSpLocks/>
          </p:cNvCxnSpPr>
          <p:nvPr/>
        </p:nvCxnSpPr>
        <p:spPr>
          <a:xfrm>
            <a:off x="9042367" y="3690675"/>
            <a:ext cx="13865" cy="2160916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7887D42-CE57-B59A-CCC1-00EEDFA2B89F}"/>
              </a:ext>
            </a:extLst>
          </p:cNvPr>
          <p:cNvSpPr/>
          <p:nvPr/>
        </p:nvSpPr>
        <p:spPr>
          <a:xfrm>
            <a:off x="1129323" y="5842595"/>
            <a:ext cx="1985819" cy="686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B9272-C340-315F-15B5-DFD3F3E17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22372"/>
          </a:xfrm>
        </p:spPr>
        <p:txBody>
          <a:bodyPr/>
          <a:lstStyle/>
          <a:p>
            <a:r>
              <a:rPr lang="en-GB" dirty="0"/>
              <a:t>Reads might represent PCR duplicates, rather than unique reads</a:t>
            </a:r>
          </a:p>
          <a:p>
            <a:r>
              <a:rPr lang="en-GB" dirty="0"/>
              <a:t>Marking duplicates</a:t>
            </a:r>
          </a:p>
        </p:txBody>
      </p:sp>
    </p:spTree>
    <p:extLst>
      <p:ext uri="{BB962C8B-B14F-4D97-AF65-F5344CB8AC3E}">
        <p14:creationId xmlns:p14="http://schemas.microsoft.com/office/powerpoint/2010/main" val="3520916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3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6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indefinit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indefinite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5" dur="indefinite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indefinite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0">
            <a:extLst>
              <a:ext uri="{FF2B5EF4-FFF2-40B4-BE49-F238E27FC236}">
                <a16:creationId xmlns:a16="http://schemas.microsoft.com/office/drawing/2014/main" id="{60D98937-BB31-DE82-B237-BE8403EDDCB5}"/>
              </a:ext>
            </a:extLst>
          </p:cNvPr>
          <p:cNvSpPr/>
          <p:nvPr/>
        </p:nvSpPr>
        <p:spPr>
          <a:xfrm>
            <a:off x="9015369" y="4717175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4F0D574-9E84-4CF9-D169-26BFD99B0F18}"/>
              </a:ext>
            </a:extLst>
          </p:cNvPr>
          <p:cNvSpPr/>
          <p:nvPr/>
        </p:nvSpPr>
        <p:spPr>
          <a:xfrm>
            <a:off x="9012172" y="4716985"/>
            <a:ext cx="108010" cy="8141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C15C746E-A748-E481-D8D9-BE2887E9E5D0}"/>
              </a:ext>
            </a:extLst>
          </p:cNvPr>
          <p:cNvSpPr/>
          <p:nvPr/>
        </p:nvSpPr>
        <p:spPr>
          <a:xfrm>
            <a:off x="8991559" y="5312461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5A3BF15F-C55C-2CD3-BD3F-8C7B6C7C969E}"/>
              </a:ext>
            </a:extLst>
          </p:cNvPr>
          <p:cNvSpPr/>
          <p:nvPr/>
        </p:nvSpPr>
        <p:spPr>
          <a:xfrm>
            <a:off x="8988362" y="5310434"/>
            <a:ext cx="108010" cy="814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AF03B7F-24F5-F5C2-ED3D-5F308886FC68}"/>
              </a:ext>
            </a:extLst>
          </p:cNvPr>
          <p:cNvSpPr/>
          <p:nvPr/>
        </p:nvSpPr>
        <p:spPr>
          <a:xfrm>
            <a:off x="8119956" y="484395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54644E3-4EB0-FCAA-345C-A167D1862CF1}"/>
              </a:ext>
            </a:extLst>
          </p:cNvPr>
          <p:cNvSpPr/>
          <p:nvPr/>
        </p:nvSpPr>
        <p:spPr>
          <a:xfrm>
            <a:off x="8117270" y="4843952"/>
            <a:ext cx="108010" cy="8141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750A373-0B5B-E10E-02F4-AEDB88F8AA97}"/>
              </a:ext>
            </a:extLst>
          </p:cNvPr>
          <p:cNvSpPr/>
          <p:nvPr/>
        </p:nvSpPr>
        <p:spPr>
          <a:xfrm>
            <a:off x="2449935" y="5212201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C91FF1E-022F-04F1-D1F1-E64E51AC9298}"/>
              </a:ext>
            </a:extLst>
          </p:cNvPr>
          <p:cNvSpPr/>
          <p:nvPr/>
        </p:nvSpPr>
        <p:spPr>
          <a:xfrm>
            <a:off x="2446739" y="5212200"/>
            <a:ext cx="108010" cy="81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5DFE83-8692-D1D0-3905-9F438559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PCR duplicates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DD2473-EFD3-2403-49F7-FB53F72B5E2A}"/>
              </a:ext>
            </a:extLst>
          </p:cNvPr>
          <p:cNvSpPr/>
          <p:nvPr/>
        </p:nvSpPr>
        <p:spPr>
          <a:xfrm>
            <a:off x="2272293" y="5333747"/>
            <a:ext cx="871603" cy="81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586C311-988A-AAEC-4580-F8698B39A3DB}"/>
              </a:ext>
            </a:extLst>
          </p:cNvPr>
          <p:cNvSpPr/>
          <p:nvPr/>
        </p:nvSpPr>
        <p:spPr>
          <a:xfrm>
            <a:off x="9072599" y="5559595"/>
            <a:ext cx="813862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3832E9-3C3D-835C-AEB0-9FC1D55A80AE}"/>
              </a:ext>
            </a:extLst>
          </p:cNvPr>
          <p:cNvSpPr/>
          <p:nvPr/>
        </p:nvSpPr>
        <p:spPr>
          <a:xfrm>
            <a:off x="7086780" y="5559595"/>
            <a:ext cx="1985819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0135C67-3F67-895D-3EE4-5F78DD737D46}"/>
              </a:ext>
            </a:extLst>
          </p:cNvPr>
          <p:cNvSpPr/>
          <p:nvPr/>
        </p:nvSpPr>
        <p:spPr>
          <a:xfrm>
            <a:off x="1586523" y="5559595"/>
            <a:ext cx="1528619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8F110-6F68-DC1A-00C8-50775CB55BCE}"/>
              </a:ext>
            </a:extLst>
          </p:cNvPr>
          <p:cNvSpPr/>
          <p:nvPr/>
        </p:nvSpPr>
        <p:spPr>
          <a:xfrm flipH="1">
            <a:off x="3115142" y="5559595"/>
            <a:ext cx="206396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4A6116D-496A-743F-6A7A-8D8F3FBBE916}"/>
              </a:ext>
            </a:extLst>
          </p:cNvPr>
          <p:cNvSpPr/>
          <p:nvPr/>
        </p:nvSpPr>
        <p:spPr>
          <a:xfrm>
            <a:off x="3115142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3CF3A7-0E0B-06C2-E85A-15910E2B58A8}"/>
              </a:ext>
            </a:extLst>
          </p:cNvPr>
          <p:cNvSpPr/>
          <p:nvPr/>
        </p:nvSpPr>
        <p:spPr>
          <a:xfrm>
            <a:off x="5678853" y="5559595"/>
            <a:ext cx="1407927" cy="3516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6787533-4532-FDBD-F2C6-9E4AF9CF855E}"/>
              </a:ext>
            </a:extLst>
          </p:cNvPr>
          <p:cNvSpPr/>
          <p:nvPr/>
        </p:nvSpPr>
        <p:spPr>
          <a:xfrm>
            <a:off x="5100961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02F5DC3-56E0-DDFA-833F-C9C9ECA5C10B}"/>
              </a:ext>
            </a:extLst>
          </p:cNvPr>
          <p:cNvSpPr/>
          <p:nvPr/>
        </p:nvSpPr>
        <p:spPr>
          <a:xfrm>
            <a:off x="7086780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D17B5AC-654D-4ED4-3D1E-34F47330C9C0}"/>
              </a:ext>
            </a:extLst>
          </p:cNvPr>
          <p:cNvSpPr/>
          <p:nvPr/>
        </p:nvSpPr>
        <p:spPr>
          <a:xfrm>
            <a:off x="9072599" y="5840948"/>
            <a:ext cx="1985819" cy="7033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F45EE66-80B4-0CBC-2AEB-868AC72B1BD6}"/>
              </a:ext>
            </a:extLst>
          </p:cNvPr>
          <p:cNvSpPr/>
          <p:nvPr/>
        </p:nvSpPr>
        <p:spPr>
          <a:xfrm>
            <a:off x="1836491" y="4723978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3C7EFF6-14FF-855D-FA1C-24495D457C88}"/>
              </a:ext>
            </a:extLst>
          </p:cNvPr>
          <p:cNvSpPr/>
          <p:nvPr/>
        </p:nvSpPr>
        <p:spPr>
          <a:xfrm>
            <a:off x="2022324" y="4963307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9747C68-57B2-728F-20D1-1C4C0D2993B6}"/>
              </a:ext>
            </a:extLst>
          </p:cNvPr>
          <p:cNvSpPr/>
          <p:nvPr/>
        </p:nvSpPr>
        <p:spPr>
          <a:xfrm>
            <a:off x="1586523" y="4355051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F3CE2D-87AD-DF8C-926E-8FD4E7D7E42D}"/>
              </a:ext>
            </a:extLst>
          </p:cNvPr>
          <p:cNvSpPr/>
          <p:nvPr/>
        </p:nvSpPr>
        <p:spPr>
          <a:xfrm>
            <a:off x="1586523" y="4477945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834CF79-81BC-5E39-C081-4A20E2B31FEF}"/>
              </a:ext>
            </a:extLst>
          </p:cNvPr>
          <p:cNvSpPr/>
          <p:nvPr/>
        </p:nvSpPr>
        <p:spPr>
          <a:xfrm>
            <a:off x="1586523" y="460083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3F67BAA-6260-F534-D1E5-886C0664FB31}"/>
              </a:ext>
            </a:extLst>
          </p:cNvPr>
          <p:cNvSpPr/>
          <p:nvPr/>
        </p:nvSpPr>
        <p:spPr>
          <a:xfrm>
            <a:off x="1586523" y="4846627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A584025-EF1C-86B0-A88D-2A5EC06C26A1}"/>
              </a:ext>
            </a:extLst>
          </p:cNvPr>
          <p:cNvSpPr/>
          <p:nvPr/>
        </p:nvSpPr>
        <p:spPr>
          <a:xfrm>
            <a:off x="1586523" y="5092415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4260AA9-E32F-4AF0-C411-4CFB2BA07FE4}"/>
              </a:ext>
            </a:extLst>
          </p:cNvPr>
          <p:cNvSpPr/>
          <p:nvPr/>
        </p:nvSpPr>
        <p:spPr>
          <a:xfrm>
            <a:off x="7715644" y="531607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AC9F1E-BD01-75E1-6D8A-0476183FE4D8}"/>
              </a:ext>
            </a:extLst>
          </p:cNvPr>
          <p:cNvSpPr/>
          <p:nvPr/>
        </p:nvSpPr>
        <p:spPr>
          <a:xfrm>
            <a:off x="6851502" y="494892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311440B-FBB3-7DF2-A46C-8E5BD7453AF7}"/>
              </a:ext>
            </a:extLst>
          </p:cNvPr>
          <p:cNvSpPr/>
          <p:nvPr/>
        </p:nvSpPr>
        <p:spPr>
          <a:xfrm>
            <a:off x="7199342" y="507130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9947DB4-1EC3-75DD-B3EF-80F1FBF2AEAB}"/>
              </a:ext>
            </a:extLst>
          </p:cNvPr>
          <p:cNvSpPr/>
          <p:nvPr/>
        </p:nvSpPr>
        <p:spPr>
          <a:xfrm>
            <a:off x="7335205" y="5192440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13517C0-3529-09AF-5BCB-37E54031276B}"/>
              </a:ext>
            </a:extLst>
          </p:cNvPr>
          <p:cNvSpPr/>
          <p:nvPr/>
        </p:nvSpPr>
        <p:spPr>
          <a:xfrm>
            <a:off x="7468606" y="543846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BE50190B-C32A-3869-6282-74CA0557CC72}"/>
              </a:ext>
            </a:extLst>
          </p:cNvPr>
          <p:cNvSpPr/>
          <p:nvPr/>
        </p:nvSpPr>
        <p:spPr>
          <a:xfrm>
            <a:off x="5815268" y="4679916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C1789874-C0C4-6652-D7F3-EC33D32390E7}"/>
              </a:ext>
            </a:extLst>
          </p:cNvPr>
          <p:cNvSpPr/>
          <p:nvPr/>
        </p:nvSpPr>
        <p:spPr>
          <a:xfrm>
            <a:off x="7032804" y="4336999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C669977-CFDF-8BCD-0221-04BC64974D92}"/>
              </a:ext>
            </a:extLst>
          </p:cNvPr>
          <p:cNvSpPr/>
          <p:nvPr/>
        </p:nvSpPr>
        <p:spPr>
          <a:xfrm>
            <a:off x="5678853" y="4436087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CD3EB0E-93D8-3D23-9C2E-15B499CB747C}"/>
              </a:ext>
            </a:extLst>
          </p:cNvPr>
          <p:cNvSpPr/>
          <p:nvPr/>
        </p:nvSpPr>
        <p:spPr>
          <a:xfrm>
            <a:off x="5925890" y="4568808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F7CCEED-5FFD-518C-1C38-177DE8681734}"/>
              </a:ext>
            </a:extLst>
          </p:cNvPr>
          <p:cNvSpPr/>
          <p:nvPr/>
        </p:nvSpPr>
        <p:spPr>
          <a:xfrm>
            <a:off x="6114654" y="480324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DCFFA369-F439-5FBF-02D7-4BA67AA6FAFD}"/>
              </a:ext>
            </a:extLst>
          </p:cNvPr>
          <p:cNvSpPr/>
          <p:nvPr/>
        </p:nvSpPr>
        <p:spPr>
          <a:xfrm>
            <a:off x="5925891" y="406893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721FAB8-784D-018F-C69F-1B3AFD3BF920}"/>
              </a:ext>
            </a:extLst>
          </p:cNvPr>
          <p:cNvSpPr/>
          <p:nvPr/>
        </p:nvSpPr>
        <p:spPr>
          <a:xfrm>
            <a:off x="5678853" y="3701777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20D44AF-0563-5B7D-6E52-1544E98A1CC8}"/>
              </a:ext>
            </a:extLst>
          </p:cNvPr>
          <p:cNvSpPr/>
          <p:nvPr/>
        </p:nvSpPr>
        <p:spPr>
          <a:xfrm>
            <a:off x="5678853" y="382416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378F12A0-A965-7DD8-E8E6-F496EC510C4A}"/>
              </a:ext>
            </a:extLst>
          </p:cNvPr>
          <p:cNvSpPr/>
          <p:nvPr/>
        </p:nvSpPr>
        <p:spPr>
          <a:xfrm>
            <a:off x="6361692" y="3946547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7AB94FB-54CA-BD8B-66AD-722CD4E61017}"/>
              </a:ext>
            </a:extLst>
          </p:cNvPr>
          <p:cNvSpPr/>
          <p:nvPr/>
        </p:nvSpPr>
        <p:spPr>
          <a:xfrm>
            <a:off x="6215177" y="4190376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34DBDBA-84DD-EFC6-9224-7C370C3C4537}"/>
              </a:ext>
            </a:extLst>
          </p:cNvPr>
          <p:cNvSpPr/>
          <p:nvPr/>
        </p:nvSpPr>
        <p:spPr>
          <a:xfrm>
            <a:off x="8316910" y="494766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7F2097C-BD5B-12E6-1187-DC3B112CCD54}"/>
              </a:ext>
            </a:extLst>
          </p:cNvPr>
          <p:cNvSpPr/>
          <p:nvPr/>
        </p:nvSpPr>
        <p:spPr>
          <a:xfrm>
            <a:off x="8421792" y="5070556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5502A73-8D13-D55C-6C7F-121150995C78}"/>
              </a:ext>
            </a:extLst>
          </p:cNvPr>
          <p:cNvSpPr/>
          <p:nvPr/>
        </p:nvSpPr>
        <p:spPr>
          <a:xfrm>
            <a:off x="8744521" y="519267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E95009B-CD7A-55D5-8619-4250BF695D45}"/>
              </a:ext>
            </a:extLst>
          </p:cNvPr>
          <p:cNvSpPr/>
          <p:nvPr/>
        </p:nvSpPr>
        <p:spPr>
          <a:xfrm>
            <a:off x="8756426" y="5438462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641D9F45-6CF0-DD4F-05FB-4DF65C2B9F07}"/>
              </a:ext>
            </a:extLst>
          </p:cNvPr>
          <p:cNvSpPr/>
          <p:nvPr/>
        </p:nvSpPr>
        <p:spPr>
          <a:xfrm>
            <a:off x="8177697" y="4351600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AE04E80-E2C7-25FC-6DC0-F5630DDC312D}"/>
              </a:ext>
            </a:extLst>
          </p:cNvPr>
          <p:cNvSpPr/>
          <p:nvPr/>
        </p:nvSpPr>
        <p:spPr>
          <a:xfrm>
            <a:off x="8177697" y="4474494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A1A43E93-2805-4B05-DC65-7B0AA205D7CA}"/>
              </a:ext>
            </a:extLst>
          </p:cNvPr>
          <p:cNvSpPr/>
          <p:nvPr/>
        </p:nvSpPr>
        <p:spPr>
          <a:xfrm>
            <a:off x="8720711" y="4597388"/>
            <a:ext cx="871603" cy="8141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2464B69-85B0-C411-0C01-BDC699648F09}"/>
              </a:ext>
            </a:extLst>
          </p:cNvPr>
          <p:cNvCxnSpPr>
            <a:cxnSpLocks/>
          </p:cNvCxnSpPr>
          <p:nvPr/>
        </p:nvCxnSpPr>
        <p:spPr>
          <a:xfrm>
            <a:off x="1586523" y="4296033"/>
            <a:ext cx="0" cy="1615254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A6F5D2F-639A-5F8C-5F1E-457DD0C19E75}"/>
              </a:ext>
            </a:extLst>
          </p:cNvPr>
          <p:cNvCxnSpPr>
            <a:cxnSpLocks/>
          </p:cNvCxnSpPr>
          <p:nvPr/>
        </p:nvCxnSpPr>
        <p:spPr>
          <a:xfrm>
            <a:off x="2449935" y="4296033"/>
            <a:ext cx="0" cy="1615254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C907037B-B530-547B-7FBA-CAA465F934B8}"/>
              </a:ext>
            </a:extLst>
          </p:cNvPr>
          <p:cNvCxnSpPr>
            <a:cxnSpLocks/>
          </p:cNvCxnSpPr>
          <p:nvPr/>
        </p:nvCxnSpPr>
        <p:spPr>
          <a:xfrm>
            <a:off x="5673178" y="3680032"/>
            <a:ext cx="5675" cy="2196085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E644C541-9397-2D83-EE21-7E6986DFB43E}"/>
              </a:ext>
            </a:extLst>
          </p:cNvPr>
          <p:cNvCxnSpPr>
            <a:cxnSpLocks/>
          </p:cNvCxnSpPr>
          <p:nvPr/>
        </p:nvCxnSpPr>
        <p:spPr>
          <a:xfrm>
            <a:off x="6550455" y="3656735"/>
            <a:ext cx="13865" cy="2160916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7140F67-A3F2-09C9-1EED-ABFFF6173482}"/>
              </a:ext>
            </a:extLst>
          </p:cNvPr>
          <p:cNvCxnSpPr>
            <a:cxnSpLocks/>
          </p:cNvCxnSpPr>
          <p:nvPr/>
        </p:nvCxnSpPr>
        <p:spPr>
          <a:xfrm>
            <a:off x="8178955" y="3690675"/>
            <a:ext cx="5675" cy="2196085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AF7651B-F064-7E7C-9039-5845BB9CD754}"/>
              </a:ext>
            </a:extLst>
          </p:cNvPr>
          <p:cNvCxnSpPr>
            <a:cxnSpLocks/>
          </p:cNvCxnSpPr>
          <p:nvPr/>
        </p:nvCxnSpPr>
        <p:spPr>
          <a:xfrm>
            <a:off x="9042367" y="3690675"/>
            <a:ext cx="13865" cy="2160916"/>
          </a:xfrm>
          <a:prstGeom prst="line">
            <a:avLst/>
          </a:pr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7887D42-CE57-B59A-CCC1-00EEDFA2B89F}"/>
              </a:ext>
            </a:extLst>
          </p:cNvPr>
          <p:cNvSpPr/>
          <p:nvPr/>
        </p:nvSpPr>
        <p:spPr>
          <a:xfrm>
            <a:off x="1129323" y="5842595"/>
            <a:ext cx="1985819" cy="6869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B9272-C340-315F-15B5-DFD3F3E17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22372"/>
          </a:xfrm>
        </p:spPr>
        <p:txBody>
          <a:bodyPr/>
          <a:lstStyle/>
          <a:p>
            <a:r>
              <a:rPr lang="en-GB" dirty="0"/>
              <a:t>Reads might represent PCR duplicates, rather than unique reads</a:t>
            </a:r>
          </a:p>
          <a:p>
            <a:r>
              <a:rPr lang="en-GB" strike="sngStrike" dirty="0"/>
              <a:t>Marking duplicates</a:t>
            </a:r>
          </a:p>
          <a:p>
            <a:r>
              <a:rPr lang="en-GB" dirty="0"/>
              <a:t>Unique Molecular Identifiers (UMIs)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FEEE5BA8-E198-4156-BB46-8AE5C938CE84}"/>
              </a:ext>
            </a:extLst>
          </p:cNvPr>
          <p:cNvSpPr/>
          <p:nvPr/>
        </p:nvSpPr>
        <p:spPr>
          <a:xfrm>
            <a:off x="5678853" y="3701307"/>
            <a:ext cx="108010" cy="81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5A4D9FE1-9EDC-B0E2-F6D6-FD5C542327AE}"/>
              </a:ext>
            </a:extLst>
          </p:cNvPr>
          <p:cNvSpPr/>
          <p:nvPr/>
        </p:nvSpPr>
        <p:spPr>
          <a:xfrm>
            <a:off x="5678853" y="3823221"/>
            <a:ext cx="108010" cy="81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05FF5841-8589-8E84-0857-BE4E008A43AB}"/>
              </a:ext>
            </a:extLst>
          </p:cNvPr>
          <p:cNvSpPr/>
          <p:nvPr/>
        </p:nvSpPr>
        <p:spPr>
          <a:xfrm>
            <a:off x="5680111" y="4433019"/>
            <a:ext cx="108010" cy="81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481F4A07-457A-AE7C-0B54-96B8B452CAFC}"/>
              </a:ext>
            </a:extLst>
          </p:cNvPr>
          <p:cNvSpPr/>
          <p:nvPr/>
        </p:nvSpPr>
        <p:spPr>
          <a:xfrm>
            <a:off x="8177697" y="4350855"/>
            <a:ext cx="108010" cy="81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46AA7F4-166F-FC74-2EE0-272DEE2A8D8B}"/>
              </a:ext>
            </a:extLst>
          </p:cNvPr>
          <p:cNvSpPr/>
          <p:nvPr/>
        </p:nvSpPr>
        <p:spPr>
          <a:xfrm>
            <a:off x="8179868" y="4473455"/>
            <a:ext cx="108010" cy="81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79286C35-5575-829D-69F8-E2F8FBA1EC52}"/>
              </a:ext>
            </a:extLst>
          </p:cNvPr>
          <p:cNvSpPr/>
          <p:nvPr/>
        </p:nvSpPr>
        <p:spPr>
          <a:xfrm>
            <a:off x="1585265" y="4355777"/>
            <a:ext cx="108010" cy="81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9A1F0D15-3095-2FD1-543A-6FEB18C97EC8}"/>
              </a:ext>
            </a:extLst>
          </p:cNvPr>
          <p:cNvSpPr/>
          <p:nvPr/>
        </p:nvSpPr>
        <p:spPr>
          <a:xfrm>
            <a:off x="1585265" y="4478671"/>
            <a:ext cx="108010" cy="81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FAA612B6-F57A-50A6-C850-F9F5262436BD}"/>
              </a:ext>
            </a:extLst>
          </p:cNvPr>
          <p:cNvSpPr/>
          <p:nvPr/>
        </p:nvSpPr>
        <p:spPr>
          <a:xfrm>
            <a:off x="1585265" y="4601693"/>
            <a:ext cx="108010" cy="81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FE90454-8417-8528-0D4B-0076D7FD7C3F}"/>
              </a:ext>
            </a:extLst>
          </p:cNvPr>
          <p:cNvSpPr/>
          <p:nvPr/>
        </p:nvSpPr>
        <p:spPr>
          <a:xfrm>
            <a:off x="1584351" y="4846333"/>
            <a:ext cx="108010" cy="81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910B7F81-8E88-41F6-F82C-C054EBD5EF3C}"/>
              </a:ext>
            </a:extLst>
          </p:cNvPr>
          <p:cNvSpPr/>
          <p:nvPr/>
        </p:nvSpPr>
        <p:spPr>
          <a:xfrm>
            <a:off x="1585265" y="5092415"/>
            <a:ext cx="108010" cy="814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5E2D724-2677-6C1C-49E8-CBB07B23D398}"/>
              </a:ext>
            </a:extLst>
          </p:cNvPr>
          <p:cNvSpPr/>
          <p:nvPr/>
        </p:nvSpPr>
        <p:spPr>
          <a:xfrm>
            <a:off x="1830365" y="4723675"/>
            <a:ext cx="108010" cy="8141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DB9072-2119-24C5-FE45-866887F7F3D7}"/>
              </a:ext>
            </a:extLst>
          </p:cNvPr>
          <p:cNvSpPr/>
          <p:nvPr/>
        </p:nvSpPr>
        <p:spPr>
          <a:xfrm>
            <a:off x="2021066" y="4963595"/>
            <a:ext cx="108010" cy="814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1F2AE5C-1811-1BD1-B120-E775F0E01DED}"/>
              </a:ext>
            </a:extLst>
          </p:cNvPr>
          <p:cNvSpPr/>
          <p:nvPr/>
        </p:nvSpPr>
        <p:spPr>
          <a:xfrm>
            <a:off x="2271035" y="5333746"/>
            <a:ext cx="108010" cy="8141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54C2E3F-992C-3211-BE03-9E4FDA0AF36A}"/>
              </a:ext>
            </a:extLst>
          </p:cNvPr>
          <p:cNvSpPr/>
          <p:nvPr/>
        </p:nvSpPr>
        <p:spPr>
          <a:xfrm>
            <a:off x="5815136" y="4679916"/>
            <a:ext cx="108010" cy="8374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AEAEA2-DCE1-BC16-2B1A-2084949F4331}"/>
              </a:ext>
            </a:extLst>
          </p:cNvPr>
          <p:cNvSpPr/>
          <p:nvPr/>
        </p:nvSpPr>
        <p:spPr>
          <a:xfrm>
            <a:off x="6114654" y="4803242"/>
            <a:ext cx="108010" cy="814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19E8DA-ECDD-411D-CFF1-BB66AB1343F7}"/>
              </a:ext>
            </a:extLst>
          </p:cNvPr>
          <p:cNvSpPr/>
          <p:nvPr/>
        </p:nvSpPr>
        <p:spPr>
          <a:xfrm>
            <a:off x="5923744" y="4570039"/>
            <a:ext cx="108010" cy="8141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007FA5-48C6-9079-CFFD-63039D71F422}"/>
              </a:ext>
            </a:extLst>
          </p:cNvPr>
          <p:cNvSpPr/>
          <p:nvPr/>
        </p:nvSpPr>
        <p:spPr>
          <a:xfrm>
            <a:off x="6215176" y="4188786"/>
            <a:ext cx="108010" cy="8141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7D45EB-A233-D3F0-EA0C-6828B9880561}"/>
              </a:ext>
            </a:extLst>
          </p:cNvPr>
          <p:cNvSpPr/>
          <p:nvPr/>
        </p:nvSpPr>
        <p:spPr>
          <a:xfrm>
            <a:off x="5923744" y="4070363"/>
            <a:ext cx="108010" cy="814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7B3F4A7-3362-66BE-750E-FF17EB6671F3}"/>
              </a:ext>
            </a:extLst>
          </p:cNvPr>
          <p:cNvSpPr/>
          <p:nvPr/>
        </p:nvSpPr>
        <p:spPr>
          <a:xfrm>
            <a:off x="6358227" y="3946984"/>
            <a:ext cx="108010" cy="81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C60133-0CA4-785B-0993-D3B5DC9AA858}"/>
              </a:ext>
            </a:extLst>
          </p:cNvPr>
          <p:cNvSpPr/>
          <p:nvPr/>
        </p:nvSpPr>
        <p:spPr>
          <a:xfrm>
            <a:off x="7029016" y="4336999"/>
            <a:ext cx="108010" cy="81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C5C7B9-F2CF-BF8D-A5F6-82611C85F2D6}"/>
              </a:ext>
            </a:extLst>
          </p:cNvPr>
          <p:cNvSpPr/>
          <p:nvPr/>
        </p:nvSpPr>
        <p:spPr>
          <a:xfrm>
            <a:off x="6848860" y="4946729"/>
            <a:ext cx="108010" cy="814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9327FF-CE64-9327-261F-BE3B4B9B2256}"/>
              </a:ext>
            </a:extLst>
          </p:cNvPr>
          <p:cNvSpPr/>
          <p:nvPr/>
        </p:nvSpPr>
        <p:spPr>
          <a:xfrm>
            <a:off x="7199367" y="5071887"/>
            <a:ext cx="108010" cy="8141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88A1D70-F8A0-F495-C7BA-C765293EA092}"/>
              </a:ext>
            </a:extLst>
          </p:cNvPr>
          <p:cNvSpPr/>
          <p:nvPr/>
        </p:nvSpPr>
        <p:spPr>
          <a:xfrm>
            <a:off x="7335205" y="5192440"/>
            <a:ext cx="108010" cy="814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0D8151C-34B3-96CE-E16A-0B169A0EA7A2}"/>
              </a:ext>
            </a:extLst>
          </p:cNvPr>
          <p:cNvSpPr/>
          <p:nvPr/>
        </p:nvSpPr>
        <p:spPr>
          <a:xfrm>
            <a:off x="7715644" y="5314823"/>
            <a:ext cx="108010" cy="790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CEBB004-FE10-F253-A2E2-CB1343022215}"/>
              </a:ext>
            </a:extLst>
          </p:cNvPr>
          <p:cNvSpPr/>
          <p:nvPr/>
        </p:nvSpPr>
        <p:spPr>
          <a:xfrm>
            <a:off x="7468605" y="5436803"/>
            <a:ext cx="108010" cy="8293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C535EF1B-3A38-2190-F347-0AE13E3AFE49}"/>
              </a:ext>
            </a:extLst>
          </p:cNvPr>
          <p:cNvSpPr/>
          <p:nvPr/>
        </p:nvSpPr>
        <p:spPr>
          <a:xfrm>
            <a:off x="8719467" y="4597388"/>
            <a:ext cx="108010" cy="8141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1D8968E-92E6-51F8-3452-65BF54EDFDCA}"/>
              </a:ext>
            </a:extLst>
          </p:cNvPr>
          <p:cNvSpPr/>
          <p:nvPr/>
        </p:nvSpPr>
        <p:spPr>
          <a:xfrm>
            <a:off x="8315793" y="4946621"/>
            <a:ext cx="108010" cy="8141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40A1F8E-1504-0182-16EB-766A24D969F4}"/>
              </a:ext>
            </a:extLst>
          </p:cNvPr>
          <p:cNvSpPr/>
          <p:nvPr/>
        </p:nvSpPr>
        <p:spPr>
          <a:xfrm>
            <a:off x="8426079" y="5070555"/>
            <a:ext cx="108010" cy="814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33B73B5-B9E3-5923-AA64-C0A5D0A02844}"/>
              </a:ext>
            </a:extLst>
          </p:cNvPr>
          <p:cNvSpPr/>
          <p:nvPr/>
        </p:nvSpPr>
        <p:spPr>
          <a:xfrm>
            <a:off x="8743277" y="5192440"/>
            <a:ext cx="108010" cy="814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07D989C3-E975-B103-46D5-7F8036F2649F}"/>
              </a:ext>
            </a:extLst>
          </p:cNvPr>
          <p:cNvSpPr/>
          <p:nvPr/>
        </p:nvSpPr>
        <p:spPr>
          <a:xfrm>
            <a:off x="8755182" y="5438319"/>
            <a:ext cx="108010" cy="814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294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5" dur="indefinite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indefinite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7" dur="indefinite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indefinit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0" dur="indefinite"/>
                                        <p:tgtEl>
                                          <p:spTgt spid="5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6EE02-7E64-6D70-2F49-05908F6CF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to handle duplicates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0D02EC-7AE7-256B-C2A2-CD394182A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Some times you expect “duplicates”</a:t>
            </a:r>
          </a:p>
          <a:p>
            <a:pPr lvl="1"/>
            <a:r>
              <a:rPr lang="en-GB" dirty="0"/>
              <a:t>Amplicon sequencing</a:t>
            </a:r>
          </a:p>
          <a:p>
            <a:pPr lvl="2"/>
            <a:r>
              <a:rPr lang="en-GB" dirty="0"/>
              <a:t>You are amplifying fragments from the same sections of DNA</a:t>
            </a:r>
          </a:p>
          <a:p>
            <a:pPr lvl="1"/>
            <a:r>
              <a:rPr lang="en-GB" dirty="0"/>
              <a:t>RNA-sequencing</a:t>
            </a:r>
          </a:p>
          <a:p>
            <a:pPr lvl="2"/>
            <a:r>
              <a:rPr lang="en-GB" dirty="0"/>
              <a:t>Short or highly expressed transcripts often lead to overlapping reads</a:t>
            </a:r>
          </a:p>
          <a:p>
            <a:r>
              <a:rPr lang="en-GB" dirty="0"/>
              <a:t>Other times they need addressed </a:t>
            </a:r>
          </a:p>
          <a:p>
            <a:pPr lvl="1"/>
            <a:r>
              <a:rPr lang="en-GB" dirty="0"/>
              <a:t>Hybrid capture</a:t>
            </a:r>
          </a:p>
          <a:p>
            <a:pPr lvl="1"/>
            <a:r>
              <a:rPr lang="en-GB" dirty="0"/>
              <a:t>UMI-based library preparation</a:t>
            </a:r>
          </a:p>
        </p:txBody>
      </p:sp>
    </p:spTree>
    <p:extLst>
      <p:ext uri="{BB962C8B-B14F-4D97-AF65-F5344CB8AC3E}">
        <p14:creationId xmlns:p14="http://schemas.microsoft.com/office/powerpoint/2010/main" val="268261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F3BA0-521F-9857-3399-20E7378C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Base Quality Score Recalibration (BQSR)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5720E-A9E0-975A-3BE2-34D237215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Base quality scores are important in variant calling</a:t>
            </a:r>
          </a:p>
          <a:p>
            <a:r>
              <a:rPr lang="en-GB" dirty="0"/>
              <a:t>However - sequencing machines often introduce systemic errors</a:t>
            </a:r>
          </a:p>
          <a:p>
            <a:r>
              <a:rPr lang="en-GB" dirty="0"/>
              <a:t>BSQR uses a machine learning model to try and smooth out these issues</a:t>
            </a:r>
          </a:p>
          <a:p>
            <a:r>
              <a:rPr lang="en-GB" dirty="0"/>
              <a:t>BSQR has two steps:</a:t>
            </a:r>
          </a:p>
          <a:p>
            <a:pPr lvl="1"/>
            <a:r>
              <a:rPr lang="en-GB" dirty="0"/>
              <a:t>Building the model</a:t>
            </a:r>
          </a:p>
          <a:p>
            <a:pPr lvl="1"/>
            <a:r>
              <a:rPr lang="en-GB" dirty="0"/>
              <a:t>Applying the adjustments</a:t>
            </a:r>
          </a:p>
        </p:txBody>
      </p:sp>
    </p:spTree>
    <p:extLst>
      <p:ext uri="{BB962C8B-B14F-4D97-AF65-F5344CB8AC3E}">
        <p14:creationId xmlns:p14="http://schemas.microsoft.com/office/powerpoint/2010/main" val="854679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C607-B258-68AC-6700-5D501F93F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Genome Analysis Toolkit (GATK)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89A0B-CC35-0AE7-51CA-644E81C54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GATK is a software package</a:t>
            </a:r>
          </a:p>
          <a:p>
            <a:pPr lvl="1"/>
            <a:r>
              <a:rPr lang="en-GB" dirty="0"/>
              <a:t>contains many different tools for NGS analysis</a:t>
            </a:r>
          </a:p>
          <a:p>
            <a:r>
              <a:rPr lang="en-GB" dirty="0"/>
              <a:t>The developers also maintain a set of “best practice” workflows for NGS</a:t>
            </a:r>
          </a:p>
          <a:p>
            <a:r>
              <a:rPr lang="en-GB" dirty="0"/>
              <a:t>We need to use three of these tools for our data </a:t>
            </a:r>
            <a:r>
              <a:rPr lang="en-GB" dirty="0" err="1"/>
              <a:t>preprocessing</a:t>
            </a:r>
            <a:endParaRPr lang="en-GB" dirty="0"/>
          </a:p>
          <a:p>
            <a:pPr lvl="1"/>
            <a:r>
              <a:rPr lang="en-GB" dirty="0"/>
              <a:t>MarkDuplicates (previously available from Picard Tools)</a:t>
            </a:r>
          </a:p>
          <a:p>
            <a:pPr lvl="1"/>
            <a:r>
              <a:rPr lang="en-GB" dirty="0" err="1"/>
              <a:t>BaseRecalibrator</a:t>
            </a:r>
            <a:r>
              <a:rPr lang="en-GB" dirty="0"/>
              <a:t> (build our model for BSQR)</a:t>
            </a:r>
          </a:p>
          <a:p>
            <a:pPr lvl="1"/>
            <a:r>
              <a:rPr lang="en-GB" dirty="0" err="1"/>
              <a:t>ApplyBSQR</a:t>
            </a:r>
            <a:r>
              <a:rPr lang="en-GB" dirty="0"/>
              <a:t> (apply the BSQR model)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5073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BE19D01-246A-1A7D-FF8D-96D1CFA8AF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8779565" cy="45603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DBF6AF6-F206-5E0C-EC5B-713AC9DEB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GATK short variant discovery</a:t>
            </a:r>
          </a:p>
        </p:txBody>
      </p:sp>
      <p:pic>
        <p:nvPicPr>
          <p:cNvPr id="6" name="Content Placeholder 5" descr="Diagram, text&#10;&#10;Description automatically generated">
            <a:extLst>
              <a:ext uri="{FF2B5EF4-FFF2-40B4-BE49-F238E27FC236}">
                <a16:creationId xmlns:a16="http://schemas.microsoft.com/office/drawing/2014/main" id="{3F349C87-0228-0BFE-1D10-E13B0CE9D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995" y="2506662"/>
            <a:ext cx="2449192" cy="4351338"/>
          </a:xfrm>
        </p:spPr>
      </p:pic>
    </p:spTree>
    <p:extLst>
      <p:ext uri="{BB962C8B-B14F-4D97-AF65-F5344CB8AC3E}">
        <p14:creationId xmlns:p14="http://schemas.microsoft.com/office/powerpoint/2010/main" val="240406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657F0-0B69-85A6-B900-3B148D14E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BA28A-2FC0-5611-C0BE-8FCA7C71A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Raw reads first need to be aligned to a reference genome</a:t>
            </a:r>
          </a:p>
          <a:p>
            <a:r>
              <a:rPr lang="en-GB" dirty="0"/>
              <a:t>Raw alignment data needs to be further processed prior to variant calling</a:t>
            </a:r>
          </a:p>
          <a:p>
            <a:r>
              <a:rPr lang="en-GB" dirty="0"/>
              <a:t>GATK is a very useful resource for NGS </a:t>
            </a:r>
            <a:r>
              <a:rPr lang="en-GB"/>
              <a:t>tools and pipelines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449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80293B847B894989892D174729E62A" ma:contentTypeVersion="14" ma:contentTypeDescription="Create a new document." ma:contentTypeScope="" ma:versionID="7e408140607a72bfb43d521e978b2189">
  <xsd:schema xmlns:xsd="http://www.w3.org/2001/XMLSchema" xmlns:xs="http://www.w3.org/2001/XMLSchema" xmlns:p="http://schemas.microsoft.com/office/2006/metadata/properties" xmlns:ns3="2a46edd2-a00f-4e4f-8bf5-56bbc6af714a" xmlns:ns4="5ee9160e-9829-4316-a6ea-2111eb3c84cb" targetNamespace="http://schemas.microsoft.com/office/2006/metadata/properties" ma:root="true" ma:fieldsID="f7bf8b9908688550626ec0df7252ee7f" ns3:_="" ns4:_="">
    <xsd:import namespace="2a46edd2-a00f-4e4f-8bf5-56bbc6af714a"/>
    <xsd:import namespace="5ee9160e-9829-4316-a6ea-2111eb3c84c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a46edd2-a00f-4e4f-8bf5-56bbc6af71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9160e-9829-4316-a6ea-2111eb3c84c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4F9C084-6E27-413C-957F-F5059F076E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a46edd2-a00f-4e4f-8bf5-56bbc6af714a"/>
    <ds:schemaRef ds:uri="5ee9160e-9829-4316-a6ea-2111eb3c8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D03B23E-9F40-45EA-A368-403FDC8955F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7F2BF04-72DF-4FA7-91E8-D4D7EB2A7C36}">
  <ds:schemaRefs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dcmitype/"/>
    <ds:schemaRef ds:uri="5ee9160e-9829-4316-a6ea-2111eb3c84cb"/>
    <ds:schemaRef ds:uri="2a46edd2-a00f-4e4f-8bf5-56bbc6af714a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585</TotalTime>
  <Words>869</Words>
  <Application>Microsoft Office PowerPoint</Application>
  <PresentationFormat>Widescreen</PresentationFormat>
  <Paragraphs>190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Calibri Light</vt:lpstr>
      <vt:lpstr>Courier New</vt:lpstr>
      <vt:lpstr>Office Theme</vt:lpstr>
      <vt:lpstr>Lecture 1: Next Generation Sequencing and DNA sequencing</vt:lpstr>
      <vt:lpstr>Aims</vt:lpstr>
      <vt:lpstr>Next Generation Sequencing</vt:lpstr>
      <vt:lpstr>File types</vt:lpstr>
      <vt:lpstr>FASTA</vt:lpstr>
      <vt:lpstr>FASTQ</vt:lpstr>
      <vt:lpstr>FASTQC</vt:lpstr>
      <vt:lpstr>Sequence Alignment Map</vt:lpstr>
      <vt:lpstr>Sequence Alignment Map</vt:lpstr>
      <vt:lpstr>SAM flags and CIGAR</vt:lpstr>
      <vt:lpstr>Variant Calling (VCF)</vt:lpstr>
      <vt:lpstr>Variant Calling (VCF)</vt:lpstr>
      <vt:lpstr>DNA sequencing</vt:lpstr>
      <vt:lpstr>DNA sequencing</vt:lpstr>
      <vt:lpstr>Enrichment methods</vt:lpstr>
      <vt:lpstr>Enrichment methods</vt:lpstr>
      <vt:lpstr>DNA sequencing example pipeline</vt:lpstr>
      <vt:lpstr>Alignment</vt:lpstr>
      <vt:lpstr>SAM/BAM sorting</vt:lpstr>
      <vt:lpstr>Reference Genomes</vt:lpstr>
      <vt:lpstr>Aligning to an index</vt:lpstr>
      <vt:lpstr>PCR duplicates</vt:lpstr>
      <vt:lpstr>PCR duplicates</vt:lpstr>
      <vt:lpstr>PCR duplicates</vt:lpstr>
      <vt:lpstr>When to handle duplicates</vt:lpstr>
      <vt:lpstr>Base Quality Score Recalibration (BQSR)</vt:lpstr>
      <vt:lpstr>Genome Analysis Toolkit (GATK)</vt:lpstr>
      <vt:lpstr>GATK short variant discovery</vt:lpstr>
      <vt:lpstr>Summary</vt:lpstr>
    </vt:vector>
  </TitlesOfParts>
  <Company>Queen Mary University of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1: Introduction to Programming (1h)</dc:title>
  <dc:creator>Findlay Bewicke-Copley</dc:creator>
  <cp:keywords>Select Classification Level, Queen Mary University of London: Open</cp:keywords>
  <cp:lastModifiedBy>Findlay Copley</cp:lastModifiedBy>
  <cp:revision>7</cp:revision>
  <dcterms:created xsi:type="dcterms:W3CDTF">2022-08-01T14:34:01Z</dcterms:created>
  <dcterms:modified xsi:type="dcterms:W3CDTF">2024-11-03T22:28:53Z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da1f810d-5f38-4ed5-bd2a-246a46731c00</vt:lpwstr>
  </property>
  <property fmtid="{D5CDD505-2E9C-101B-9397-08002B2CF9AE}" pid="3" name="CLASSIFICATION">
    <vt:lpwstr>Open</vt:lpwstr>
  </property>
  <property fmtid="{D5CDD505-2E9C-101B-9397-08002B2CF9AE}" pid="4" name="ContentTypeId">
    <vt:lpwstr>0x0101005680293B847B894989892D174729E62A</vt:lpwstr>
  </property>
</Properties>
</file>