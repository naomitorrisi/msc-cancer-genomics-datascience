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4"/>
  </p:sldMasterIdLst>
  <p:notesMasterIdLst>
    <p:notesMasterId r:id="rId26"/>
  </p:notesMasterIdLst>
  <p:sldIdLst>
    <p:sldId id="295" r:id="rId5"/>
    <p:sldId id="296" r:id="rId6"/>
    <p:sldId id="297" r:id="rId7"/>
    <p:sldId id="298" r:id="rId8"/>
    <p:sldId id="299" r:id="rId9"/>
    <p:sldId id="300" r:id="rId10"/>
    <p:sldId id="274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C2C337-90EB-4A6D-ADFF-EC9C8CFEFFB6}" v="1" dt="2024-11-03T22:28:33.4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283" autoAdjust="0"/>
  </p:normalViewPr>
  <p:slideViewPr>
    <p:cSldViewPr snapToGrid="0">
      <p:cViewPr varScale="1">
        <p:scale>
          <a:sx n="153" d="100"/>
          <a:sy n="153" d="100"/>
        </p:scale>
        <p:origin x="546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21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ndlay Copley" userId="6283a733-9867-4989-b502-3d8d61f5cf2d" providerId="ADAL" clId="{0FC2C337-90EB-4A6D-ADFF-EC9C8CFEFFB6}"/>
    <pc:docChg chg="addSld delSld modSld">
      <pc:chgData name="Findlay Copley" userId="6283a733-9867-4989-b502-3d8d61f5cf2d" providerId="ADAL" clId="{0FC2C337-90EB-4A6D-ADFF-EC9C8CFEFFB6}" dt="2024-11-03T22:28:33.423" v="1"/>
      <pc:docMkLst>
        <pc:docMk/>
      </pc:docMkLst>
      <pc:sldChg chg="del">
        <pc:chgData name="Findlay Copley" userId="6283a733-9867-4989-b502-3d8d61f5cf2d" providerId="ADAL" clId="{0FC2C337-90EB-4A6D-ADFF-EC9C8CFEFFB6}" dt="2024-11-03T22:25:45.151" v="0" actId="2696"/>
        <pc:sldMkLst>
          <pc:docMk/>
          <pc:sldMk cId="2924438818" sldId="256"/>
        </pc:sldMkLst>
      </pc:sldChg>
      <pc:sldChg chg="del">
        <pc:chgData name="Findlay Copley" userId="6283a733-9867-4989-b502-3d8d61f5cf2d" providerId="ADAL" clId="{0FC2C337-90EB-4A6D-ADFF-EC9C8CFEFFB6}" dt="2024-11-03T22:25:45.151" v="0" actId="2696"/>
        <pc:sldMkLst>
          <pc:docMk/>
          <pc:sldMk cId="1572335603" sldId="257"/>
        </pc:sldMkLst>
      </pc:sldChg>
      <pc:sldChg chg="del">
        <pc:chgData name="Findlay Copley" userId="6283a733-9867-4989-b502-3d8d61f5cf2d" providerId="ADAL" clId="{0FC2C337-90EB-4A6D-ADFF-EC9C8CFEFFB6}" dt="2024-11-03T22:25:45.151" v="0" actId="2696"/>
        <pc:sldMkLst>
          <pc:docMk/>
          <pc:sldMk cId="1839895342" sldId="259"/>
        </pc:sldMkLst>
      </pc:sldChg>
      <pc:sldChg chg="del">
        <pc:chgData name="Findlay Copley" userId="6283a733-9867-4989-b502-3d8d61f5cf2d" providerId="ADAL" clId="{0FC2C337-90EB-4A6D-ADFF-EC9C8CFEFFB6}" dt="2024-11-03T22:25:45.151" v="0" actId="2696"/>
        <pc:sldMkLst>
          <pc:docMk/>
          <pc:sldMk cId="2704613856" sldId="269"/>
        </pc:sldMkLst>
      </pc:sldChg>
      <pc:sldChg chg="del">
        <pc:chgData name="Findlay Copley" userId="6283a733-9867-4989-b502-3d8d61f5cf2d" providerId="ADAL" clId="{0FC2C337-90EB-4A6D-ADFF-EC9C8CFEFFB6}" dt="2024-11-03T22:25:45.151" v="0" actId="2696"/>
        <pc:sldMkLst>
          <pc:docMk/>
          <pc:sldMk cId="682696773" sldId="270"/>
        </pc:sldMkLst>
      </pc:sldChg>
      <pc:sldChg chg="del">
        <pc:chgData name="Findlay Copley" userId="6283a733-9867-4989-b502-3d8d61f5cf2d" providerId="ADAL" clId="{0FC2C337-90EB-4A6D-ADFF-EC9C8CFEFFB6}" dt="2024-11-03T22:25:45.151" v="0" actId="2696"/>
        <pc:sldMkLst>
          <pc:docMk/>
          <pc:sldMk cId="1172229969" sldId="271"/>
        </pc:sldMkLst>
      </pc:sldChg>
      <pc:sldChg chg="del">
        <pc:chgData name="Findlay Copley" userId="6283a733-9867-4989-b502-3d8d61f5cf2d" providerId="ADAL" clId="{0FC2C337-90EB-4A6D-ADFF-EC9C8CFEFFB6}" dt="2024-11-03T22:25:45.151" v="0" actId="2696"/>
        <pc:sldMkLst>
          <pc:docMk/>
          <pc:sldMk cId="444381335" sldId="273"/>
        </pc:sldMkLst>
      </pc:sldChg>
      <pc:sldChg chg="add del">
        <pc:chgData name="Findlay Copley" userId="6283a733-9867-4989-b502-3d8d61f5cf2d" providerId="ADAL" clId="{0FC2C337-90EB-4A6D-ADFF-EC9C8CFEFFB6}" dt="2024-11-03T22:28:33.423" v="1"/>
        <pc:sldMkLst>
          <pc:docMk/>
          <pc:sldMk cId="3247907829" sldId="274"/>
        </pc:sldMkLst>
      </pc:sldChg>
      <pc:sldChg chg="del">
        <pc:chgData name="Findlay Copley" userId="6283a733-9867-4989-b502-3d8d61f5cf2d" providerId="ADAL" clId="{0FC2C337-90EB-4A6D-ADFF-EC9C8CFEFFB6}" dt="2024-11-03T22:25:45.151" v="0" actId="2696"/>
        <pc:sldMkLst>
          <pc:docMk/>
          <pc:sldMk cId="2000866235" sldId="275"/>
        </pc:sldMkLst>
      </pc:sldChg>
      <pc:sldChg chg="del">
        <pc:chgData name="Findlay Copley" userId="6283a733-9867-4989-b502-3d8d61f5cf2d" providerId="ADAL" clId="{0FC2C337-90EB-4A6D-ADFF-EC9C8CFEFFB6}" dt="2024-11-03T22:25:45.151" v="0" actId="2696"/>
        <pc:sldMkLst>
          <pc:docMk/>
          <pc:sldMk cId="4101565554" sldId="276"/>
        </pc:sldMkLst>
      </pc:sldChg>
      <pc:sldChg chg="del">
        <pc:chgData name="Findlay Copley" userId="6283a733-9867-4989-b502-3d8d61f5cf2d" providerId="ADAL" clId="{0FC2C337-90EB-4A6D-ADFF-EC9C8CFEFFB6}" dt="2024-11-03T22:25:45.151" v="0" actId="2696"/>
        <pc:sldMkLst>
          <pc:docMk/>
          <pc:sldMk cId="4271937562" sldId="277"/>
        </pc:sldMkLst>
      </pc:sldChg>
      <pc:sldChg chg="del">
        <pc:chgData name="Findlay Copley" userId="6283a733-9867-4989-b502-3d8d61f5cf2d" providerId="ADAL" clId="{0FC2C337-90EB-4A6D-ADFF-EC9C8CFEFFB6}" dt="2024-11-03T22:25:45.151" v="0" actId="2696"/>
        <pc:sldMkLst>
          <pc:docMk/>
          <pc:sldMk cId="2091550303" sldId="278"/>
        </pc:sldMkLst>
      </pc:sldChg>
      <pc:sldChg chg="del">
        <pc:chgData name="Findlay Copley" userId="6283a733-9867-4989-b502-3d8d61f5cf2d" providerId="ADAL" clId="{0FC2C337-90EB-4A6D-ADFF-EC9C8CFEFFB6}" dt="2024-11-03T22:25:45.151" v="0" actId="2696"/>
        <pc:sldMkLst>
          <pc:docMk/>
          <pc:sldMk cId="2435883341" sldId="279"/>
        </pc:sldMkLst>
      </pc:sldChg>
      <pc:sldChg chg="del">
        <pc:chgData name="Findlay Copley" userId="6283a733-9867-4989-b502-3d8d61f5cf2d" providerId="ADAL" clId="{0FC2C337-90EB-4A6D-ADFF-EC9C8CFEFFB6}" dt="2024-11-03T22:25:45.151" v="0" actId="2696"/>
        <pc:sldMkLst>
          <pc:docMk/>
          <pc:sldMk cId="2980342752" sldId="280"/>
        </pc:sldMkLst>
      </pc:sldChg>
      <pc:sldChg chg="del">
        <pc:chgData name="Findlay Copley" userId="6283a733-9867-4989-b502-3d8d61f5cf2d" providerId="ADAL" clId="{0FC2C337-90EB-4A6D-ADFF-EC9C8CFEFFB6}" dt="2024-11-03T22:25:45.151" v="0" actId="2696"/>
        <pc:sldMkLst>
          <pc:docMk/>
          <pc:sldMk cId="2600927039" sldId="281"/>
        </pc:sldMkLst>
      </pc:sldChg>
      <pc:sldChg chg="del">
        <pc:chgData name="Findlay Copley" userId="6283a733-9867-4989-b502-3d8d61f5cf2d" providerId="ADAL" clId="{0FC2C337-90EB-4A6D-ADFF-EC9C8CFEFFB6}" dt="2024-11-03T22:25:45.151" v="0" actId="2696"/>
        <pc:sldMkLst>
          <pc:docMk/>
          <pc:sldMk cId="2758184235" sldId="283"/>
        </pc:sldMkLst>
      </pc:sldChg>
      <pc:sldChg chg="del">
        <pc:chgData name="Findlay Copley" userId="6283a733-9867-4989-b502-3d8d61f5cf2d" providerId="ADAL" clId="{0FC2C337-90EB-4A6D-ADFF-EC9C8CFEFFB6}" dt="2024-11-03T22:25:45.151" v="0" actId="2696"/>
        <pc:sldMkLst>
          <pc:docMk/>
          <pc:sldMk cId="3946939328" sldId="285"/>
        </pc:sldMkLst>
      </pc:sldChg>
      <pc:sldChg chg="del">
        <pc:chgData name="Findlay Copley" userId="6283a733-9867-4989-b502-3d8d61f5cf2d" providerId="ADAL" clId="{0FC2C337-90EB-4A6D-ADFF-EC9C8CFEFFB6}" dt="2024-11-03T22:25:45.151" v="0" actId="2696"/>
        <pc:sldMkLst>
          <pc:docMk/>
          <pc:sldMk cId="4168405549" sldId="286"/>
        </pc:sldMkLst>
      </pc:sldChg>
      <pc:sldChg chg="del">
        <pc:chgData name="Findlay Copley" userId="6283a733-9867-4989-b502-3d8d61f5cf2d" providerId="ADAL" clId="{0FC2C337-90EB-4A6D-ADFF-EC9C8CFEFFB6}" dt="2024-11-03T22:25:45.151" v="0" actId="2696"/>
        <pc:sldMkLst>
          <pc:docMk/>
          <pc:sldMk cId="87849863" sldId="287"/>
        </pc:sldMkLst>
      </pc:sldChg>
      <pc:sldChg chg="del">
        <pc:chgData name="Findlay Copley" userId="6283a733-9867-4989-b502-3d8d61f5cf2d" providerId="ADAL" clId="{0FC2C337-90EB-4A6D-ADFF-EC9C8CFEFFB6}" dt="2024-11-03T22:25:45.151" v="0" actId="2696"/>
        <pc:sldMkLst>
          <pc:docMk/>
          <pc:sldMk cId="1044887039" sldId="288"/>
        </pc:sldMkLst>
      </pc:sldChg>
      <pc:sldChg chg="del">
        <pc:chgData name="Findlay Copley" userId="6283a733-9867-4989-b502-3d8d61f5cf2d" providerId="ADAL" clId="{0FC2C337-90EB-4A6D-ADFF-EC9C8CFEFFB6}" dt="2024-11-03T22:25:45.151" v="0" actId="2696"/>
        <pc:sldMkLst>
          <pc:docMk/>
          <pc:sldMk cId="1880567957" sldId="291"/>
        </pc:sldMkLst>
      </pc:sldChg>
      <pc:sldChg chg="add">
        <pc:chgData name="Findlay Copley" userId="6283a733-9867-4989-b502-3d8d61f5cf2d" providerId="ADAL" clId="{0FC2C337-90EB-4A6D-ADFF-EC9C8CFEFFB6}" dt="2024-11-03T22:28:33.423" v="1"/>
        <pc:sldMkLst>
          <pc:docMk/>
          <pc:sldMk cId="1649138226" sldId="295"/>
        </pc:sldMkLst>
      </pc:sldChg>
      <pc:sldChg chg="add">
        <pc:chgData name="Findlay Copley" userId="6283a733-9867-4989-b502-3d8d61f5cf2d" providerId="ADAL" clId="{0FC2C337-90EB-4A6D-ADFF-EC9C8CFEFFB6}" dt="2024-11-03T22:28:33.423" v="1"/>
        <pc:sldMkLst>
          <pc:docMk/>
          <pc:sldMk cId="4091890767" sldId="296"/>
        </pc:sldMkLst>
      </pc:sldChg>
      <pc:sldChg chg="add">
        <pc:chgData name="Findlay Copley" userId="6283a733-9867-4989-b502-3d8d61f5cf2d" providerId="ADAL" clId="{0FC2C337-90EB-4A6D-ADFF-EC9C8CFEFFB6}" dt="2024-11-03T22:28:33.423" v="1"/>
        <pc:sldMkLst>
          <pc:docMk/>
          <pc:sldMk cId="781345788" sldId="297"/>
        </pc:sldMkLst>
      </pc:sldChg>
      <pc:sldChg chg="add">
        <pc:chgData name="Findlay Copley" userId="6283a733-9867-4989-b502-3d8d61f5cf2d" providerId="ADAL" clId="{0FC2C337-90EB-4A6D-ADFF-EC9C8CFEFFB6}" dt="2024-11-03T22:28:33.423" v="1"/>
        <pc:sldMkLst>
          <pc:docMk/>
          <pc:sldMk cId="682696773" sldId="298"/>
        </pc:sldMkLst>
      </pc:sldChg>
      <pc:sldChg chg="add">
        <pc:chgData name="Findlay Copley" userId="6283a733-9867-4989-b502-3d8d61f5cf2d" providerId="ADAL" clId="{0FC2C337-90EB-4A6D-ADFF-EC9C8CFEFFB6}" dt="2024-11-03T22:28:33.423" v="1"/>
        <pc:sldMkLst>
          <pc:docMk/>
          <pc:sldMk cId="1172229969" sldId="299"/>
        </pc:sldMkLst>
      </pc:sldChg>
      <pc:sldChg chg="add">
        <pc:chgData name="Findlay Copley" userId="6283a733-9867-4989-b502-3d8d61f5cf2d" providerId="ADAL" clId="{0FC2C337-90EB-4A6D-ADFF-EC9C8CFEFFB6}" dt="2024-11-03T22:28:33.423" v="1"/>
        <pc:sldMkLst>
          <pc:docMk/>
          <pc:sldMk cId="444381335" sldId="300"/>
        </pc:sldMkLst>
      </pc:sldChg>
      <pc:sldChg chg="add">
        <pc:chgData name="Findlay Copley" userId="6283a733-9867-4989-b502-3d8d61f5cf2d" providerId="ADAL" clId="{0FC2C337-90EB-4A6D-ADFF-EC9C8CFEFFB6}" dt="2024-11-03T22:28:33.423" v="1"/>
        <pc:sldMkLst>
          <pc:docMk/>
          <pc:sldMk cId="2000866235" sldId="301"/>
        </pc:sldMkLst>
      </pc:sldChg>
      <pc:sldChg chg="add">
        <pc:chgData name="Findlay Copley" userId="6283a733-9867-4989-b502-3d8d61f5cf2d" providerId="ADAL" clId="{0FC2C337-90EB-4A6D-ADFF-EC9C8CFEFFB6}" dt="2024-11-03T22:28:33.423" v="1"/>
        <pc:sldMkLst>
          <pc:docMk/>
          <pc:sldMk cId="4101565554" sldId="302"/>
        </pc:sldMkLst>
      </pc:sldChg>
      <pc:sldChg chg="add">
        <pc:chgData name="Findlay Copley" userId="6283a733-9867-4989-b502-3d8d61f5cf2d" providerId="ADAL" clId="{0FC2C337-90EB-4A6D-ADFF-EC9C8CFEFFB6}" dt="2024-11-03T22:28:33.423" v="1"/>
        <pc:sldMkLst>
          <pc:docMk/>
          <pc:sldMk cId="1044887039" sldId="303"/>
        </pc:sldMkLst>
      </pc:sldChg>
      <pc:sldChg chg="add">
        <pc:chgData name="Findlay Copley" userId="6283a733-9867-4989-b502-3d8d61f5cf2d" providerId="ADAL" clId="{0FC2C337-90EB-4A6D-ADFF-EC9C8CFEFFB6}" dt="2024-11-03T22:28:33.423" v="1"/>
        <pc:sldMkLst>
          <pc:docMk/>
          <pc:sldMk cId="4271937562" sldId="304"/>
        </pc:sldMkLst>
      </pc:sldChg>
      <pc:sldChg chg="add">
        <pc:chgData name="Findlay Copley" userId="6283a733-9867-4989-b502-3d8d61f5cf2d" providerId="ADAL" clId="{0FC2C337-90EB-4A6D-ADFF-EC9C8CFEFFB6}" dt="2024-11-03T22:28:33.423" v="1"/>
        <pc:sldMkLst>
          <pc:docMk/>
          <pc:sldMk cId="2091550303" sldId="305"/>
        </pc:sldMkLst>
      </pc:sldChg>
      <pc:sldChg chg="add">
        <pc:chgData name="Findlay Copley" userId="6283a733-9867-4989-b502-3d8d61f5cf2d" providerId="ADAL" clId="{0FC2C337-90EB-4A6D-ADFF-EC9C8CFEFFB6}" dt="2024-11-03T22:28:33.423" v="1"/>
        <pc:sldMkLst>
          <pc:docMk/>
          <pc:sldMk cId="2435883341" sldId="306"/>
        </pc:sldMkLst>
      </pc:sldChg>
      <pc:sldChg chg="add">
        <pc:chgData name="Findlay Copley" userId="6283a733-9867-4989-b502-3d8d61f5cf2d" providerId="ADAL" clId="{0FC2C337-90EB-4A6D-ADFF-EC9C8CFEFFB6}" dt="2024-11-03T22:28:33.423" v="1"/>
        <pc:sldMkLst>
          <pc:docMk/>
          <pc:sldMk cId="2980342752" sldId="307"/>
        </pc:sldMkLst>
      </pc:sldChg>
      <pc:sldChg chg="add">
        <pc:chgData name="Findlay Copley" userId="6283a733-9867-4989-b502-3d8d61f5cf2d" providerId="ADAL" clId="{0FC2C337-90EB-4A6D-ADFF-EC9C8CFEFFB6}" dt="2024-11-03T22:28:33.423" v="1"/>
        <pc:sldMkLst>
          <pc:docMk/>
          <pc:sldMk cId="2600927039" sldId="308"/>
        </pc:sldMkLst>
      </pc:sldChg>
      <pc:sldChg chg="add">
        <pc:chgData name="Findlay Copley" userId="6283a733-9867-4989-b502-3d8d61f5cf2d" providerId="ADAL" clId="{0FC2C337-90EB-4A6D-ADFF-EC9C8CFEFFB6}" dt="2024-11-03T22:28:33.423" v="1"/>
        <pc:sldMkLst>
          <pc:docMk/>
          <pc:sldMk cId="3946939328" sldId="309"/>
        </pc:sldMkLst>
      </pc:sldChg>
      <pc:sldChg chg="add">
        <pc:chgData name="Findlay Copley" userId="6283a733-9867-4989-b502-3d8d61f5cf2d" providerId="ADAL" clId="{0FC2C337-90EB-4A6D-ADFF-EC9C8CFEFFB6}" dt="2024-11-03T22:28:33.423" v="1"/>
        <pc:sldMkLst>
          <pc:docMk/>
          <pc:sldMk cId="2758184235" sldId="310"/>
        </pc:sldMkLst>
      </pc:sldChg>
      <pc:sldChg chg="add">
        <pc:chgData name="Findlay Copley" userId="6283a733-9867-4989-b502-3d8d61f5cf2d" providerId="ADAL" clId="{0FC2C337-90EB-4A6D-ADFF-EC9C8CFEFFB6}" dt="2024-11-03T22:28:33.423" v="1"/>
        <pc:sldMkLst>
          <pc:docMk/>
          <pc:sldMk cId="4168405549" sldId="311"/>
        </pc:sldMkLst>
      </pc:sldChg>
      <pc:sldChg chg="add">
        <pc:chgData name="Findlay Copley" userId="6283a733-9867-4989-b502-3d8d61f5cf2d" providerId="ADAL" clId="{0FC2C337-90EB-4A6D-ADFF-EC9C8CFEFFB6}" dt="2024-11-03T22:28:33.423" v="1"/>
        <pc:sldMkLst>
          <pc:docMk/>
          <pc:sldMk cId="1880567957" sldId="312"/>
        </pc:sldMkLst>
      </pc:sldChg>
      <pc:sldChg chg="add">
        <pc:chgData name="Findlay Copley" userId="6283a733-9867-4989-b502-3d8d61f5cf2d" providerId="ADAL" clId="{0FC2C337-90EB-4A6D-ADFF-EC9C8CFEFFB6}" dt="2024-11-03T22:28:33.423" v="1"/>
        <pc:sldMkLst>
          <pc:docMk/>
          <pc:sldMk cId="87849863" sldId="313"/>
        </pc:sldMkLst>
      </pc:sldChg>
      <pc:sldChg chg="add">
        <pc:chgData name="Findlay Copley" userId="6283a733-9867-4989-b502-3d8d61f5cf2d" providerId="ADAL" clId="{0FC2C337-90EB-4A6D-ADFF-EC9C8CFEFFB6}" dt="2024-11-03T22:28:33.423" v="1"/>
        <pc:sldMkLst>
          <pc:docMk/>
          <pc:sldMk cId="2287277238" sldId="314"/>
        </pc:sldMkLst>
      </pc:sldChg>
    </pc:docChg>
  </pc:docChgLst>
  <pc:docChgLst>
    <pc:chgData name="Findlay Copley" userId="6283a733-9867-4989-b502-3d8d61f5cf2d" providerId="ADAL" clId="{939FF412-86AB-42A3-A37D-64191BDF4691}"/>
    <pc:docChg chg="undo custSel addSld delSld modSld sldOrd">
      <pc:chgData name="Findlay Copley" userId="6283a733-9867-4989-b502-3d8d61f5cf2d" providerId="ADAL" clId="{939FF412-86AB-42A3-A37D-64191BDF4691}" dt="2022-11-13T18:11:58.131" v="6089"/>
      <pc:docMkLst>
        <pc:docMk/>
      </pc:docMkLst>
      <pc:sldChg chg="modSp mod">
        <pc:chgData name="Findlay Copley" userId="6283a733-9867-4989-b502-3d8d61f5cf2d" providerId="ADAL" clId="{939FF412-86AB-42A3-A37D-64191BDF4691}" dt="2022-11-13T17:25:40.866" v="5951" actId="20577"/>
        <pc:sldMkLst>
          <pc:docMk/>
          <pc:sldMk cId="2924438818" sldId="256"/>
        </pc:sldMkLst>
        <pc:spChg chg="mod">
          <ac:chgData name="Findlay Copley" userId="6283a733-9867-4989-b502-3d8d61f5cf2d" providerId="ADAL" clId="{939FF412-86AB-42A3-A37D-64191BDF4691}" dt="2022-11-13T17:25:40.866" v="5951" actId="20577"/>
          <ac:spMkLst>
            <pc:docMk/>
            <pc:sldMk cId="2924438818" sldId="256"/>
            <ac:spMk id="11" creationId="{00000000-0000-0000-0000-000000000000}"/>
          </ac:spMkLst>
        </pc:spChg>
      </pc:sldChg>
      <pc:sldChg chg="modSp mod modAnim">
        <pc:chgData name="Findlay Copley" userId="6283a733-9867-4989-b502-3d8d61f5cf2d" providerId="ADAL" clId="{939FF412-86AB-42A3-A37D-64191BDF4691}" dt="2022-11-13T16:57:49.125" v="4725"/>
        <pc:sldMkLst>
          <pc:docMk/>
          <pc:sldMk cId="1572335603" sldId="257"/>
        </pc:sldMkLst>
        <pc:spChg chg="mod">
          <ac:chgData name="Findlay Copley" userId="6283a733-9867-4989-b502-3d8d61f5cf2d" providerId="ADAL" clId="{939FF412-86AB-42A3-A37D-64191BDF4691}" dt="2022-11-10T15:42:21.134" v="880" actId="20577"/>
          <ac:spMkLst>
            <pc:docMk/>
            <pc:sldMk cId="1572335603" sldId="257"/>
            <ac:spMk id="3" creationId="{E93F1175-C639-636A-7CA8-518D42E2F9F2}"/>
          </ac:spMkLst>
        </pc:spChg>
      </pc:sldChg>
      <pc:sldChg chg="del">
        <pc:chgData name="Findlay Copley" userId="6283a733-9867-4989-b502-3d8d61f5cf2d" providerId="ADAL" clId="{939FF412-86AB-42A3-A37D-64191BDF4691}" dt="2022-11-08T15:41:40.910" v="136" actId="2696"/>
        <pc:sldMkLst>
          <pc:docMk/>
          <pc:sldMk cId="1194152639" sldId="258"/>
        </pc:sldMkLst>
      </pc:sldChg>
      <pc:sldChg chg="addSp delSp modSp add del mod delAnim modAnim">
        <pc:chgData name="Findlay Copley" userId="6283a733-9867-4989-b502-3d8d61f5cf2d" providerId="ADAL" clId="{939FF412-86AB-42A3-A37D-64191BDF4691}" dt="2022-11-10T15:51:39.388" v="1774" actId="1076"/>
        <pc:sldMkLst>
          <pc:docMk/>
          <pc:sldMk cId="1839895342" sldId="259"/>
        </pc:sldMkLst>
        <pc:spChg chg="mod">
          <ac:chgData name="Findlay Copley" userId="6283a733-9867-4989-b502-3d8d61f5cf2d" providerId="ADAL" clId="{939FF412-86AB-42A3-A37D-64191BDF4691}" dt="2022-11-08T18:27:57.985" v="426" actId="20577"/>
          <ac:spMkLst>
            <pc:docMk/>
            <pc:sldMk cId="1839895342" sldId="259"/>
            <ac:spMk id="2" creationId="{28D74254-7F7A-484A-F4F4-4E0AE4CBF628}"/>
          </ac:spMkLst>
        </pc:spChg>
        <pc:spChg chg="mod">
          <ac:chgData name="Findlay Copley" userId="6283a733-9867-4989-b502-3d8d61f5cf2d" providerId="ADAL" clId="{939FF412-86AB-42A3-A37D-64191BDF4691}" dt="2022-11-08T18:28:49.030" v="475" actId="1035"/>
          <ac:spMkLst>
            <pc:docMk/>
            <pc:sldMk cId="1839895342" sldId="259"/>
            <ac:spMk id="4" creationId="{3299536A-2E06-8732-7D13-177D2A7029A3}"/>
          </ac:spMkLst>
        </pc:spChg>
        <pc:spChg chg="mod">
          <ac:chgData name="Findlay Copley" userId="6283a733-9867-4989-b502-3d8d61f5cf2d" providerId="ADAL" clId="{939FF412-86AB-42A3-A37D-64191BDF4691}" dt="2022-11-08T18:28:08.300" v="428"/>
          <ac:spMkLst>
            <pc:docMk/>
            <pc:sldMk cId="1839895342" sldId="259"/>
            <ac:spMk id="5" creationId="{474926A9-A135-3126-1623-0922784E1A8D}"/>
          </ac:spMkLst>
        </pc:spChg>
        <pc:spChg chg="mod">
          <ac:chgData name="Findlay Copley" userId="6283a733-9867-4989-b502-3d8d61f5cf2d" providerId="ADAL" clId="{939FF412-86AB-42A3-A37D-64191BDF4691}" dt="2022-11-08T18:28:08.300" v="428"/>
          <ac:spMkLst>
            <pc:docMk/>
            <pc:sldMk cId="1839895342" sldId="259"/>
            <ac:spMk id="6" creationId="{936B22F9-4759-13C7-75C9-3FC1AC1BE05B}"/>
          </ac:spMkLst>
        </pc:spChg>
        <pc:spChg chg="mod">
          <ac:chgData name="Findlay Copley" userId="6283a733-9867-4989-b502-3d8d61f5cf2d" providerId="ADAL" clId="{939FF412-86AB-42A3-A37D-64191BDF4691}" dt="2022-11-08T18:28:08.300" v="428"/>
          <ac:spMkLst>
            <pc:docMk/>
            <pc:sldMk cId="1839895342" sldId="259"/>
            <ac:spMk id="7" creationId="{4A4F2C43-9F38-0E1B-F248-0E91695D4A95}"/>
          </ac:spMkLst>
        </pc:spChg>
        <pc:spChg chg="add del mod">
          <ac:chgData name="Findlay Copley" userId="6283a733-9867-4989-b502-3d8d61f5cf2d" providerId="ADAL" clId="{939FF412-86AB-42A3-A37D-64191BDF4691}" dt="2022-11-10T15:41:23.634" v="695" actId="478"/>
          <ac:spMkLst>
            <pc:docMk/>
            <pc:sldMk cId="1839895342" sldId="259"/>
            <ac:spMk id="8" creationId="{B2984A3C-AAE3-DC74-FF16-0A6721E10831}"/>
          </ac:spMkLst>
        </pc:spChg>
        <pc:spChg chg="del mod">
          <ac:chgData name="Findlay Copley" userId="6283a733-9867-4989-b502-3d8d61f5cf2d" providerId="ADAL" clId="{939FF412-86AB-42A3-A37D-64191BDF4691}" dt="2022-11-08T18:30:36.272" v="494" actId="478"/>
          <ac:spMkLst>
            <pc:docMk/>
            <pc:sldMk cId="1839895342" sldId="259"/>
            <ac:spMk id="8" creationId="{DC4F7B27-7560-AC9F-9BD1-0ECFF9FACF75}"/>
          </ac:spMkLst>
        </pc:spChg>
        <pc:spChg chg="mod">
          <ac:chgData name="Findlay Copley" userId="6283a733-9867-4989-b502-3d8d61f5cf2d" providerId="ADAL" clId="{939FF412-86AB-42A3-A37D-64191BDF4691}" dt="2022-11-08T18:28:08.300" v="428"/>
          <ac:spMkLst>
            <pc:docMk/>
            <pc:sldMk cId="1839895342" sldId="259"/>
            <ac:spMk id="9" creationId="{8E96ED08-C372-4A13-9A0F-C88E1420F2E6}"/>
          </ac:spMkLst>
        </pc:spChg>
        <pc:spChg chg="mod">
          <ac:chgData name="Findlay Copley" userId="6283a733-9867-4989-b502-3d8d61f5cf2d" providerId="ADAL" clId="{939FF412-86AB-42A3-A37D-64191BDF4691}" dt="2022-11-08T18:28:08.300" v="428"/>
          <ac:spMkLst>
            <pc:docMk/>
            <pc:sldMk cId="1839895342" sldId="259"/>
            <ac:spMk id="10" creationId="{368C19F4-0389-14FA-CBA3-0A88464A6AFF}"/>
          </ac:spMkLst>
        </pc:spChg>
        <pc:spChg chg="mod">
          <ac:chgData name="Findlay Copley" userId="6283a733-9867-4989-b502-3d8d61f5cf2d" providerId="ADAL" clId="{939FF412-86AB-42A3-A37D-64191BDF4691}" dt="2022-11-08T18:28:08.300" v="428"/>
          <ac:spMkLst>
            <pc:docMk/>
            <pc:sldMk cId="1839895342" sldId="259"/>
            <ac:spMk id="11" creationId="{B024C645-F999-00CC-B91F-BA9C3AB30007}"/>
          </ac:spMkLst>
        </pc:spChg>
        <pc:spChg chg="mod">
          <ac:chgData name="Findlay Copley" userId="6283a733-9867-4989-b502-3d8d61f5cf2d" providerId="ADAL" clId="{939FF412-86AB-42A3-A37D-64191BDF4691}" dt="2022-11-08T18:28:08.300" v="428"/>
          <ac:spMkLst>
            <pc:docMk/>
            <pc:sldMk cId="1839895342" sldId="259"/>
            <ac:spMk id="12" creationId="{41CB25BC-DFE3-0DF4-CF30-DECBABE5A072}"/>
          </ac:spMkLst>
        </pc:spChg>
        <pc:spChg chg="mod">
          <ac:chgData name="Findlay Copley" userId="6283a733-9867-4989-b502-3d8d61f5cf2d" providerId="ADAL" clId="{939FF412-86AB-42A3-A37D-64191BDF4691}" dt="2022-11-08T18:28:08.300" v="428"/>
          <ac:spMkLst>
            <pc:docMk/>
            <pc:sldMk cId="1839895342" sldId="259"/>
            <ac:spMk id="13" creationId="{4254219E-9A18-C5A0-6396-C195383FD530}"/>
          </ac:spMkLst>
        </pc:spChg>
        <pc:spChg chg="mod">
          <ac:chgData name="Findlay Copley" userId="6283a733-9867-4989-b502-3d8d61f5cf2d" providerId="ADAL" clId="{939FF412-86AB-42A3-A37D-64191BDF4691}" dt="2022-11-08T18:28:08.300" v="428"/>
          <ac:spMkLst>
            <pc:docMk/>
            <pc:sldMk cId="1839895342" sldId="259"/>
            <ac:spMk id="14" creationId="{76BCAF95-5325-C14A-4CDC-1D45F3451650}"/>
          </ac:spMkLst>
        </pc:spChg>
        <pc:spChg chg="mod">
          <ac:chgData name="Findlay Copley" userId="6283a733-9867-4989-b502-3d8d61f5cf2d" providerId="ADAL" clId="{939FF412-86AB-42A3-A37D-64191BDF4691}" dt="2022-11-08T18:28:08.300" v="428"/>
          <ac:spMkLst>
            <pc:docMk/>
            <pc:sldMk cId="1839895342" sldId="259"/>
            <ac:spMk id="15" creationId="{DF9EADE5-8342-01EB-4A49-DEC66DAB5A05}"/>
          </ac:spMkLst>
        </pc:spChg>
        <pc:spChg chg="mod">
          <ac:chgData name="Findlay Copley" userId="6283a733-9867-4989-b502-3d8d61f5cf2d" providerId="ADAL" clId="{939FF412-86AB-42A3-A37D-64191BDF4691}" dt="2022-11-08T18:28:08.300" v="428"/>
          <ac:spMkLst>
            <pc:docMk/>
            <pc:sldMk cId="1839895342" sldId="259"/>
            <ac:spMk id="16" creationId="{2674CC24-4A46-9EAF-9A0F-E010F50D1DC4}"/>
          </ac:spMkLst>
        </pc:spChg>
        <pc:spChg chg="mod">
          <ac:chgData name="Findlay Copley" userId="6283a733-9867-4989-b502-3d8d61f5cf2d" providerId="ADAL" clId="{939FF412-86AB-42A3-A37D-64191BDF4691}" dt="2022-11-08T18:28:08.300" v="428"/>
          <ac:spMkLst>
            <pc:docMk/>
            <pc:sldMk cId="1839895342" sldId="259"/>
            <ac:spMk id="17" creationId="{68532C25-A8F3-B133-85D0-66BF655FCB43}"/>
          </ac:spMkLst>
        </pc:spChg>
        <pc:spChg chg="mod">
          <ac:chgData name="Findlay Copley" userId="6283a733-9867-4989-b502-3d8d61f5cf2d" providerId="ADAL" clId="{939FF412-86AB-42A3-A37D-64191BDF4691}" dt="2022-11-08T18:28:08.300" v="428"/>
          <ac:spMkLst>
            <pc:docMk/>
            <pc:sldMk cId="1839895342" sldId="259"/>
            <ac:spMk id="18" creationId="{68984D7F-2482-02A4-8710-B22729F070EE}"/>
          </ac:spMkLst>
        </pc:spChg>
        <pc:spChg chg="mod">
          <ac:chgData name="Findlay Copley" userId="6283a733-9867-4989-b502-3d8d61f5cf2d" providerId="ADAL" clId="{939FF412-86AB-42A3-A37D-64191BDF4691}" dt="2022-11-08T18:28:08.300" v="428"/>
          <ac:spMkLst>
            <pc:docMk/>
            <pc:sldMk cId="1839895342" sldId="259"/>
            <ac:spMk id="19" creationId="{B73C0CC7-8D8C-0A61-0CD4-E9869B25809C}"/>
          </ac:spMkLst>
        </pc:spChg>
        <pc:spChg chg="mod">
          <ac:chgData name="Findlay Copley" userId="6283a733-9867-4989-b502-3d8d61f5cf2d" providerId="ADAL" clId="{939FF412-86AB-42A3-A37D-64191BDF4691}" dt="2022-11-08T18:28:08.300" v="428"/>
          <ac:spMkLst>
            <pc:docMk/>
            <pc:sldMk cId="1839895342" sldId="259"/>
            <ac:spMk id="20" creationId="{5F7B60FC-9A19-089B-F213-5894A927DCD9}"/>
          </ac:spMkLst>
        </pc:spChg>
        <pc:spChg chg="mod">
          <ac:chgData name="Findlay Copley" userId="6283a733-9867-4989-b502-3d8d61f5cf2d" providerId="ADAL" clId="{939FF412-86AB-42A3-A37D-64191BDF4691}" dt="2022-11-08T18:28:08.300" v="428"/>
          <ac:spMkLst>
            <pc:docMk/>
            <pc:sldMk cId="1839895342" sldId="259"/>
            <ac:spMk id="21" creationId="{E0B37AE5-6D39-112C-B1B3-09525450073A}"/>
          </ac:spMkLst>
        </pc:spChg>
        <pc:spChg chg="mod">
          <ac:chgData name="Findlay Copley" userId="6283a733-9867-4989-b502-3d8d61f5cf2d" providerId="ADAL" clId="{939FF412-86AB-42A3-A37D-64191BDF4691}" dt="2022-11-08T18:28:08.300" v="428"/>
          <ac:spMkLst>
            <pc:docMk/>
            <pc:sldMk cId="1839895342" sldId="259"/>
            <ac:spMk id="22" creationId="{3A9843ED-69B2-0680-B50F-7631B7EA0BD7}"/>
          </ac:spMkLst>
        </pc:spChg>
        <pc:spChg chg="mod">
          <ac:chgData name="Findlay Copley" userId="6283a733-9867-4989-b502-3d8d61f5cf2d" providerId="ADAL" clId="{939FF412-86AB-42A3-A37D-64191BDF4691}" dt="2022-11-08T18:28:08.300" v="428"/>
          <ac:spMkLst>
            <pc:docMk/>
            <pc:sldMk cId="1839895342" sldId="259"/>
            <ac:spMk id="23" creationId="{57DC62AA-FAD5-DA23-C6BF-0A3B01F55D2D}"/>
          </ac:spMkLst>
        </pc:spChg>
        <pc:spChg chg="mod">
          <ac:chgData name="Findlay Copley" userId="6283a733-9867-4989-b502-3d8d61f5cf2d" providerId="ADAL" clId="{939FF412-86AB-42A3-A37D-64191BDF4691}" dt="2022-11-08T18:28:08.300" v="428"/>
          <ac:spMkLst>
            <pc:docMk/>
            <pc:sldMk cId="1839895342" sldId="259"/>
            <ac:spMk id="24" creationId="{FAE88B2A-F91F-3290-1317-30D42546E42D}"/>
          </ac:spMkLst>
        </pc:spChg>
        <pc:spChg chg="mod">
          <ac:chgData name="Findlay Copley" userId="6283a733-9867-4989-b502-3d8d61f5cf2d" providerId="ADAL" clId="{939FF412-86AB-42A3-A37D-64191BDF4691}" dt="2022-11-08T18:28:08.300" v="428"/>
          <ac:spMkLst>
            <pc:docMk/>
            <pc:sldMk cId="1839895342" sldId="259"/>
            <ac:spMk id="25" creationId="{2E603230-1A28-23DC-F4CF-C12F4B06F46F}"/>
          </ac:spMkLst>
        </pc:spChg>
        <pc:spChg chg="mod">
          <ac:chgData name="Findlay Copley" userId="6283a733-9867-4989-b502-3d8d61f5cf2d" providerId="ADAL" clId="{939FF412-86AB-42A3-A37D-64191BDF4691}" dt="2022-11-08T18:28:12.641" v="430"/>
          <ac:spMkLst>
            <pc:docMk/>
            <pc:sldMk cId="1839895342" sldId="259"/>
            <ac:spMk id="27" creationId="{C39A37DA-9B38-3635-65B8-31AE4CB1C1AA}"/>
          </ac:spMkLst>
        </pc:spChg>
        <pc:spChg chg="mod">
          <ac:chgData name="Findlay Copley" userId="6283a733-9867-4989-b502-3d8d61f5cf2d" providerId="ADAL" clId="{939FF412-86AB-42A3-A37D-64191BDF4691}" dt="2022-11-08T18:28:12.641" v="430"/>
          <ac:spMkLst>
            <pc:docMk/>
            <pc:sldMk cId="1839895342" sldId="259"/>
            <ac:spMk id="28" creationId="{416AA4AA-6D3D-C023-048E-6559D553520A}"/>
          </ac:spMkLst>
        </pc:spChg>
        <pc:spChg chg="mod">
          <ac:chgData name="Findlay Copley" userId="6283a733-9867-4989-b502-3d8d61f5cf2d" providerId="ADAL" clId="{939FF412-86AB-42A3-A37D-64191BDF4691}" dt="2022-11-08T18:28:12.641" v="430"/>
          <ac:spMkLst>
            <pc:docMk/>
            <pc:sldMk cId="1839895342" sldId="259"/>
            <ac:spMk id="29" creationId="{9DCD274E-5E3D-C7DA-8F54-B5FCF29B5288}"/>
          </ac:spMkLst>
        </pc:spChg>
        <pc:spChg chg="mod">
          <ac:chgData name="Findlay Copley" userId="6283a733-9867-4989-b502-3d8d61f5cf2d" providerId="ADAL" clId="{939FF412-86AB-42A3-A37D-64191BDF4691}" dt="2022-11-08T18:28:12.641" v="430"/>
          <ac:spMkLst>
            <pc:docMk/>
            <pc:sldMk cId="1839895342" sldId="259"/>
            <ac:spMk id="30" creationId="{4530F313-7A38-D676-C216-C4B138AE1859}"/>
          </ac:spMkLst>
        </pc:spChg>
        <pc:spChg chg="mod">
          <ac:chgData name="Findlay Copley" userId="6283a733-9867-4989-b502-3d8d61f5cf2d" providerId="ADAL" clId="{939FF412-86AB-42A3-A37D-64191BDF4691}" dt="2022-11-08T18:28:12.641" v="430"/>
          <ac:spMkLst>
            <pc:docMk/>
            <pc:sldMk cId="1839895342" sldId="259"/>
            <ac:spMk id="31" creationId="{5B479295-CE2C-D44B-491B-F6238EE098D9}"/>
          </ac:spMkLst>
        </pc:spChg>
        <pc:spChg chg="mod">
          <ac:chgData name="Findlay Copley" userId="6283a733-9867-4989-b502-3d8d61f5cf2d" providerId="ADAL" clId="{939FF412-86AB-42A3-A37D-64191BDF4691}" dt="2022-11-08T18:28:12.641" v="430"/>
          <ac:spMkLst>
            <pc:docMk/>
            <pc:sldMk cId="1839895342" sldId="259"/>
            <ac:spMk id="32" creationId="{1B90955F-9F1B-9999-A8B1-095023A82599}"/>
          </ac:spMkLst>
        </pc:spChg>
        <pc:spChg chg="mod">
          <ac:chgData name="Findlay Copley" userId="6283a733-9867-4989-b502-3d8d61f5cf2d" providerId="ADAL" clId="{939FF412-86AB-42A3-A37D-64191BDF4691}" dt="2022-11-08T18:28:12.641" v="430"/>
          <ac:spMkLst>
            <pc:docMk/>
            <pc:sldMk cId="1839895342" sldId="259"/>
            <ac:spMk id="33" creationId="{B350A6A6-D51D-8601-587E-F51C707573FA}"/>
          </ac:spMkLst>
        </pc:spChg>
        <pc:spChg chg="mod">
          <ac:chgData name="Findlay Copley" userId="6283a733-9867-4989-b502-3d8d61f5cf2d" providerId="ADAL" clId="{939FF412-86AB-42A3-A37D-64191BDF4691}" dt="2022-11-08T18:28:12.641" v="430"/>
          <ac:spMkLst>
            <pc:docMk/>
            <pc:sldMk cId="1839895342" sldId="259"/>
            <ac:spMk id="34" creationId="{42F0B677-7764-F971-AF51-5DB74E0E179E}"/>
          </ac:spMkLst>
        </pc:spChg>
        <pc:spChg chg="mod">
          <ac:chgData name="Findlay Copley" userId="6283a733-9867-4989-b502-3d8d61f5cf2d" providerId="ADAL" clId="{939FF412-86AB-42A3-A37D-64191BDF4691}" dt="2022-11-08T18:28:12.641" v="430"/>
          <ac:spMkLst>
            <pc:docMk/>
            <pc:sldMk cId="1839895342" sldId="259"/>
            <ac:spMk id="35" creationId="{56730A47-4BE6-11E9-4ADC-FF197ADB343D}"/>
          </ac:spMkLst>
        </pc:spChg>
        <pc:spChg chg="mod">
          <ac:chgData name="Findlay Copley" userId="6283a733-9867-4989-b502-3d8d61f5cf2d" providerId="ADAL" clId="{939FF412-86AB-42A3-A37D-64191BDF4691}" dt="2022-11-08T18:28:12.641" v="430"/>
          <ac:spMkLst>
            <pc:docMk/>
            <pc:sldMk cId="1839895342" sldId="259"/>
            <ac:spMk id="36" creationId="{5DA7DA0A-D47A-1292-00A7-45C1101DE3C0}"/>
          </ac:spMkLst>
        </pc:spChg>
        <pc:spChg chg="mod">
          <ac:chgData name="Findlay Copley" userId="6283a733-9867-4989-b502-3d8d61f5cf2d" providerId="ADAL" clId="{939FF412-86AB-42A3-A37D-64191BDF4691}" dt="2022-11-08T18:28:12.641" v="430"/>
          <ac:spMkLst>
            <pc:docMk/>
            <pc:sldMk cId="1839895342" sldId="259"/>
            <ac:spMk id="37" creationId="{10721483-7CF6-0EA1-AD7E-EC99D64799B3}"/>
          </ac:spMkLst>
        </pc:spChg>
        <pc:spChg chg="mod">
          <ac:chgData name="Findlay Copley" userId="6283a733-9867-4989-b502-3d8d61f5cf2d" providerId="ADAL" clId="{939FF412-86AB-42A3-A37D-64191BDF4691}" dt="2022-11-08T18:28:12.641" v="430"/>
          <ac:spMkLst>
            <pc:docMk/>
            <pc:sldMk cId="1839895342" sldId="259"/>
            <ac:spMk id="38" creationId="{311529E8-C734-C46B-131F-297B60D7E93D}"/>
          </ac:spMkLst>
        </pc:spChg>
        <pc:spChg chg="mod">
          <ac:chgData name="Findlay Copley" userId="6283a733-9867-4989-b502-3d8d61f5cf2d" providerId="ADAL" clId="{939FF412-86AB-42A3-A37D-64191BDF4691}" dt="2022-11-08T18:28:12.641" v="430"/>
          <ac:spMkLst>
            <pc:docMk/>
            <pc:sldMk cId="1839895342" sldId="259"/>
            <ac:spMk id="39" creationId="{AEF6EEFE-9849-21A3-CA35-A1FCDA91F7B9}"/>
          </ac:spMkLst>
        </pc:spChg>
        <pc:spChg chg="mod">
          <ac:chgData name="Findlay Copley" userId="6283a733-9867-4989-b502-3d8d61f5cf2d" providerId="ADAL" clId="{939FF412-86AB-42A3-A37D-64191BDF4691}" dt="2022-11-08T18:28:12.641" v="430"/>
          <ac:spMkLst>
            <pc:docMk/>
            <pc:sldMk cId="1839895342" sldId="259"/>
            <ac:spMk id="40" creationId="{227F293C-0E3B-0FF9-F8E0-B1CA6A88B255}"/>
          </ac:spMkLst>
        </pc:spChg>
        <pc:spChg chg="mod">
          <ac:chgData name="Findlay Copley" userId="6283a733-9867-4989-b502-3d8d61f5cf2d" providerId="ADAL" clId="{939FF412-86AB-42A3-A37D-64191BDF4691}" dt="2022-11-08T18:28:12.641" v="430"/>
          <ac:spMkLst>
            <pc:docMk/>
            <pc:sldMk cId="1839895342" sldId="259"/>
            <ac:spMk id="41" creationId="{B25D6065-4A93-5A81-B32B-BA9148C6FA24}"/>
          </ac:spMkLst>
        </pc:spChg>
        <pc:spChg chg="mod">
          <ac:chgData name="Findlay Copley" userId="6283a733-9867-4989-b502-3d8d61f5cf2d" providerId="ADAL" clId="{939FF412-86AB-42A3-A37D-64191BDF4691}" dt="2022-11-08T18:28:12.641" v="430"/>
          <ac:spMkLst>
            <pc:docMk/>
            <pc:sldMk cId="1839895342" sldId="259"/>
            <ac:spMk id="42" creationId="{1772AAAA-E13B-479E-951D-394BD798C6CC}"/>
          </ac:spMkLst>
        </pc:spChg>
        <pc:spChg chg="mod">
          <ac:chgData name="Findlay Copley" userId="6283a733-9867-4989-b502-3d8d61f5cf2d" providerId="ADAL" clId="{939FF412-86AB-42A3-A37D-64191BDF4691}" dt="2022-11-08T18:28:42.348" v="438" actId="1076"/>
          <ac:spMkLst>
            <pc:docMk/>
            <pc:sldMk cId="1839895342" sldId="259"/>
            <ac:spMk id="43" creationId="{6C537745-0463-1783-2168-6986D6F855A1}"/>
          </ac:spMkLst>
        </pc:spChg>
        <pc:spChg chg="del">
          <ac:chgData name="Findlay Copley" userId="6283a733-9867-4989-b502-3d8d61f5cf2d" providerId="ADAL" clId="{939FF412-86AB-42A3-A37D-64191BDF4691}" dt="2022-11-08T18:31:49.328" v="505" actId="478"/>
          <ac:spMkLst>
            <pc:docMk/>
            <pc:sldMk cId="1839895342" sldId="259"/>
            <ac:spMk id="55" creationId="{9294ABA9-90D4-E99A-DCDE-1A03FF1A002B}"/>
          </ac:spMkLst>
        </pc:spChg>
        <pc:spChg chg="mod">
          <ac:chgData name="Findlay Copley" userId="6283a733-9867-4989-b502-3d8d61f5cf2d" providerId="ADAL" clId="{939FF412-86AB-42A3-A37D-64191BDF4691}" dt="2022-11-08T18:28:12.641" v="430"/>
          <ac:spMkLst>
            <pc:docMk/>
            <pc:sldMk cId="1839895342" sldId="259"/>
            <ac:spMk id="62" creationId="{D782197B-D7F1-62D7-83E6-026CC525ADEE}"/>
          </ac:spMkLst>
        </pc:spChg>
        <pc:spChg chg="del">
          <ac:chgData name="Findlay Copley" userId="6283a733-9867-4989-b502-3d8d61f5cf2d" providerId="ADAL" clId="{939FF412-86AB-42A3-A37D-64191BDF4691}" dt="2022-11-08T18:29:23.621" v="484" actId="478"/>
          <ac:spMkLst>
            <pc:docMk/>
            <pc:sldMk cId="1839895342" sldId="259"/>
            <ac:spMk id="72" creationId="{D15794CD-DB89-82B5-D497-9FDAAA99806E}"/>
          </ac:spMkLst>
        </pc:spChg>
        <pc:spChg chg="mod">
          <ac:chgData name="Findlay Copley" userId="6283a733-9867-4989-b502-3d8d61f5cf2d" providerId="ADAL" clId="{939FF412-86AB-42A3-A37D-64191BDF4691}" dt="2022-11-08T18:28:12.641" v="430"/>
          <ac:spMkLst>
            <pc:docMk/>
            <pc:sldMk cId="1839895342" sldId="259"/>
            <ac:spMk id="73" creationId="{6C1056F5-AB28-1E79-EDCF-9B20B89C3AF8}"/>
          </ac:spMkLst>
        </pc:spChg>
        <pc:spChg chg="mod">
          <ac:chgData name="Findlay Copley" userId="6283a733-9867-4989-b502-3d8d61f5cf2d" providerId="ADAL" clId="{939FF412-86AB-42A3-A37D-64191BDF4691}" dt="2022-11-08T18:28:12.641" v="430"/>
          <ac:spMkLst>
            <pc:docMk/>
            <pc:sldMk cId="1839895342" sldId="259"/>
            <ac:spMk id="74" creationId="{4B12B36E-668F-52DD-08C1-9BD85BE6DD92}"/>
          </ac:spMkLst>
        </pc:spChg>
        <pc:spChg chg="mod">
          <ac:chgData name="Findlay Copley" userId="6283a733-9867-4989-b502-3d8d61f5cf2d" providerId="ADAL" clId="{939FF412-86AB-42A3-A37D-64191BDF4691}" dt="2022-11-08T18:28:12.641" v="430"/>
          <ac:spMkLst>
            <pc:docMk/>
            <pc:sldMk cId="1839895342" sldId="259"/>
            <ac:spMk id="75" creationId="{0C9061C9-4032-A28F-CF5B-AAB963668AC8}"/>
          </ac:spMkLst>
        </pc:spChg>
        <pc:spChg chg="mod">
          <ac:chgData name="Findlay Copley" userId="6283a733-9867-4989-b502-3d8d61f5cf2d" providerId="ADAL" clId="{939FF412-86AB-42A3-A37D-64191BDF4691}" dt="2022-11-08T18:28:12.641" v="430"/>
          <ac:spMkLst>
            <pc:docMk/>
            <pc:sldMk cId="1839895342" sldId="259"/>
            <ac:spMk id="76" creationId="{87634C53-BE49-6351-B112-0276CCA5A968}"/>
          </ac:spMkLst>
        </pc:spChg>
        <pc:spChg chg="mod">
          <ac:chgData name="Findlay Copley" userId="6283a733-9867-4989-b502-3d8d61f5cf2d" providerId="ADAL" clId="{939FF412-86AB-42A3-A37D-64191BDF4691}" dt="2022-11-08T18:28:15.532" v="432"/>
          <ac:spMkLst>
            <pc:docMk/>
            <pc:sldMk cId="1839895342" sldId="259"/>
            <ac:spMk id="78" creationId="{53B0D13C-366E-39AC-4225-BCBA614E74A2}"/>
          </ac:spMkLst>
        </pc:spChg>
        <pc:spChg chg="mod">
          <ac:chgData name="Findlay Copley" userId="6283a733-9867-4989-b502-3d8d61f5cf2d" providerId="ADAL" clId="{939FF412-86AB-42A3-A37D-64191BDF4691}" dt="2022-11-08T18:28:15.532" v="432"/>
          <ac:spMkLst>
            <pc:docMk/>
            <pc:sldMk cId="1839895342" sldId="259"/>
            <ac:spMk id="79" creationId="{5E64E66B-3B47-BD86-BCD1-014B515220E5}"/>
          </ac:spMkLst>
        </pc:spChg>
        <pc:spChg chg="mod">
          <ac:chgData name="Findlay Copley" userId="6283a733-9867-4989-b502-3d8d61f5cf2d" providerId="ADAL" clId="{939FF412-86AB-42A3-A37D-64191BDF4691}" dt="2022-11-08T18:28:15.532" v="432"/>
          <ac:spMkLst>
            <pc:docMk/>
            <pc:sldMk cId="1839895342" sldId="259"/>
            <ac:spMk id="80" creationId="{CD05DE54-541B-DB05-92E5-78F330E5A580}"/>
          </ac:spMkLst>
        </pc:spChg>
        <pc:spChg chg="mod">
          <ac:chgData name="Findlay Copley" userId="6283a733-9867-4989-b502-3d8d61f5cf2d" providerId="ADAL" clId="{939FF412-86AB-42A3-A37D-64191BDF4691}" dt="2022-11-08T18:28:15.532" v="432"/>
          <ac:spMkLst>
            <pc:docMk/>
            <pc:sldMk cId="1839895342" sldId="259"/>
            <ac:spMk id="81" creationId="{9B25A63A-16FB-ECAA-16B5-4671172C495F}"/>
          </ac:spMkLst>
        </pc:spChg>
        <pc:spChg chg="mod">
          <ac:chgData name="Findlay Copley" userId="6283a733-9867-4989-b502-3d8d61f5cf2d" providerId="ADAL" clId="{939FF412-86AB-42A3-A37D-64191BDF4691}" dt="2022-11-08T18:28:15.532" v="432"/>
          <ac:spMkLst>
            <pc:docMk/>
            <pc:sldMk cId="1839895342" sldId="259"/>
            <ac:spMk id="82" creationId="{DE1DDA5B-E554-1366-D7E1-B619D0AAF4EE}"/>
          </ac:spMkLst>
        </pc:spChg>
        <pc:spChg chg="mod">
          <ac:chgData name="Findlay Copley" userId="6283a733-9867-4989-b502-3d8d61f5cf2d" providerId="ADAL" clId="{939FF412-86AB-42A3-A37D-64191BDF4691}" dt="2022-11-08T18:28:15.532" v="432"/>
          <ac:spMkLst>
            <pc:docMk/>
            <pc:sldMk cId="1839895342" sldId="259"/>
            <ac:spMk id="83" creationId="{68530BFF-4452-F38D-87EB-DA0022FA4C36}"/>
          </ac:spMkLst>
        </pc:spChg>
        <pc:spChg chg="mod">
          <ac:chgData name="Findlay Copley" userId="6283a733-9867-4989-b502-3d8d61f5cf2d" providerId="ADAL" clId="{939FF412-86AB-42A3-A37D-64191BDF4691}" dt="2022-11-08T18:28:15.532" v="432"/>
          <ac:spMkLst>
            <pc:docMk/>
            <pc:sldMk cId="1839895342" sldId="259"/>
            <ac:spMk id="84" creationId="{28C4B86A-F057-BB11-5709-169CC4CC69DF}"/>
          </ac:spMkLst>
        </pc:spChg>
        <pc:spChg chg="mod">
          <ac:chgData name="Findlay Copley" userId="6283a733-9867-4989-b502-3d8d61f5cf2d" providerId="ADAL" clId="{939FF412-86AB-42A3-A37D-64191BDF4691}" dt="2022-11-08T18:28:15.532" v="432"/>
          <ac:spMkLst>
            <pc:docMk/>
            <pc:sldMk cId="1839895342" sldId="259"/>
            <ac:spMk id="85" creationId="{02EDAEF7-0B38-F890-7E68-ECAC0193E7DF}"/>
          </ac:spMkLst>
        </pc:spChg>
        <pc:spChg chg="mod">
          <ac:chgData name="Findlay Copley" userId="6283a733-9867-4989-b502-3d8d61f5cf2d" providerId="ADAL" clId="{939FF412-86AB-42A3-A37D-64191BDF4691}" dt="2022-11-08T18:28:15.532" v="432"/>
          <ac:spMkLst>
            <pc:docMk/>
            <pc:sldMk cId="1839895342" sldId="259"/>
            <ac:spMk id="86" creationId="{8852E708-6E27-C22D-6A3A-693BFD2EE433}"/>
          </ac:spMkLst>
        </pc:spChg>
        <pc:spChg chg="mod">
          <ac:chgData name="Findlay Copley" userId="6283a733-9867-4989-b502-3d8d61f5cf2d" providerId="ADAL" clId="{939FF412-86AB-42A3-A37D-64191BDF4691}" dt="2022-11-08T18:28:15.532" v="432"/>
          <ac:spMkLst>
            <pc:docMk/>
            <pc:sldMk cId="1839895342" sldId="259"/>
            <ac:spMk id="87" creationId="{CEADF359-658B-2E26-BA6C-A196A795F77D}"/>
          </ac:spMkLst>
        </pc:spChg>
        <pc:spChg chg="mod">
          <ac:chgData name="Findlay Copley" userId="6283a733-9867-4989-b502-3d8d61f5cf2d" providerId="ADAL" clId="{939FF412-86AB-42A3-A37D-64191BDF4691}" dt="2022-11-08T18:28:15.532" v="432"/>
          <ac:spMkLst>
            <pc:docMk/>
            <pc:sldMk cId="1839895342" sldId="259"/>
            <ac:spMk id="88" creationId="{35939AB3-199B-7CD4-DD13-23AD12DA6451}"/>
          </ac:spMkLst>
        </pc:spChg>
        <pc:spChg chg="mod">
          <ac:chgData name="Findlay Copley" userId="6283a733-9867-4989-b502-3d8d61f5cf2d" providerId="ADAL" clId="{939FF412-86AB-42A3-A37D-64191BDF4691}" dt="2022-11-08T18:28:15.532" v="432"/>
          <ac:spMkLst>
            <pc:docMk/>
            <pc:sldMk cId="1839895342" sldId="259"/>
            <ac:spMk id="89" creationId="{ADAC1D34-C515-FC16-53C3-5F4893DA79F2}"/>
          </ac:spMkLst>
        </pc:spChg>
        <pc:spChg chg="mod">
          <ac:chgData name="Findlay Copley" userId="6283a733-9867-4989-b502-3d8d61f5cf2d" providerId="ADAL" clId="{939FF412-86AB-42A3-A37D-64191BDF4691}" dt="2022-11-08T18:28:15.532" v="432"/>
          <ac:spMkLst>
            <pc:docMk/>
            <pc:sldMk cId="1839895342" sldId="259"/>
            <ac:spMk id="90" creationId="{6A330EAD-D372-D6FF-3121-A0B32656FE83}"/>
          </ac:spMkLst>
        </pc:spChg>
        <pc:spChg chg="mod">
          <ac:chgData name="Findlay Copley" userId="6283a733-9867-4989-b502-3d8d61f5cf2d" providerId="ADAL" clId="{939FF412-86AB-42A3-A37D-64191BDF4691}" dt="2022-11-08T18:28:15.532" v="432"/>
          <ac:spMkLst>
            <pc:docMk/>
            <pc:sldMk cId="1839895342" sldId="259"/>
            <ac:spMk id="91" creationId="{B6DD27BC-6BBD-EF25-DD58-CC3BF76D93DB}"/>
          </ac:spMkLst>
        </pc:spChg>
        <pc:spChg chg="mod">
          <ac:chgData name="Findlay Copley" userId="6283a733-9867-4989-b502-3d8d61f5cf2d" providerId="ADAL" clId="{939FF412-86AB-42A3-A37D-64191BDF4691}" dt="2022-11-08T18:28:15.532" v="432"/>
          <ac:spMkLst>
            <pc:docMk/>
            <pc:sldMk cId="1839895342" sldId="259"/>
            <ac:spMk id="92" creationId="{174283D3-0DF6-FA4D-7121-70F08561548B}"/>
          </ac:spMkLst>
        </pc:spChg>
        <pc:spChg chg="mod">
          <ac:chgData name="Findlay Copley" userId="6283a733-9867-4989-b502-3d8d61f5cf2d" providerId="ADAL" clId="{939FF412-86AB-42A3-A37D-64191BDF4691}" dt="2022-11-08T18:28:15.532" v="432"/>
          <ac:spMkLst>
            <pc:docMk/>
            <pc:sldMk cId="1839895342" sldId="259"/>
            <ac:spMk id="93" creationId="{9C1229DA-E5CB-47EC-604B-72B0F599F056}"/>
          </ac:spMkLst>
        </pc:spChg>
        <pc:spChg chg="mod">
          <ac:chgData name="Findlay Copley" userId="6283a733-9867-4989-b502-3d8d61f5cf2d" providerId="ADAL" clId="{939FF412-86AB-42A3-A37D-64191BDF4691}" dt="2022-11-08T18:28:15.532" v="432"/>
          <ac:spMkLst>
            <pc:docMk/>
            <pc:sldMk cId="1839895342" sldId="259"/>
            <ac:spMk id="94" creationId="{B834A8F9-960A-79D7-928A-7A5064D441D5}"/>
          </ac:spMkLst>
        </pc:spChg>
        <pc:spChg chg="mod">
          <ac:chgData name="Findlay Copley" userId="6283a733-9867-4989-b502-3d8d61f5cf2d" providerId="ADAL" clId="{939FF412-86AB-42A3-A37D-64191BDF4691}" dt="2022-11-08T18:28:15.532" v="432"/>
          <ac:spMkLst>
            <pc:docMk/>
            <pc:sldMk cId="1839895342" sldId="259"/>
            <ac:spMk id="95" creationId="{27B77BE4-C87B-496F-B73F-3D99ABB428E4}"/>
          </ac:spMkLst>
        </pc:spChg>
        <pc:spChg chg="mod">
          <ac:chgData name="Findlay Copley" userId="6283a733-9867-4989-b502-3d8d61f5cf2d" providerId="ADAL" clId="{939FF412-86AB-42A3-A37D-64191BDF4691}" dt="2022-11-08T18:28:15.532" v="432"/>
          <ac:spMkLst>
            <pc:docMk/>
            <pc:sldMk cId="1839895342" sldId="259"/>
            <ac:spMk id="96" creationId="{A71B812F-441F-7322-F4E0-6E4D5BEC4FAC}"/>
          </ac:spMkLst>
        </pc:spChg>
        <pc:spChg chg="mod">
          <ac:chgData name="Findlay Copley" userId="6283a733-9867-4989-b502-3d8d61f5cf2d" providerId="ADAL" clId="{939FF412-86AB-42A3-A37D-64191BDF4691}" dt="2022-11-08T18:28:15.532" v="432"/>
          <ac:spMkLst>
            <pc:docMk/>
            <pc:sldMk cId="1839895342" sldId="259"/>
            <ac:spMk id="97" creationId="{B619B829-5F80-8E80-95E3-4F7734F7D484}"/>
          </ac:spMkLst>
        </pc:spChg>
        <pc:spChg chg="mod">
          <ac:chgData name="Findlay Copley" userId="6283a733-9867-4989-b502-3d8d61f5cf2d" providerId="ADAL" clId="{939FF412-86AB-42A3-A37D-64191BDF4691}" dt="2022-11-08T18:28:15.532" v="432"/>
          <ac:spMkLst>
            <pc:docMk/>
            <pc:sldMk cId="1839895342" sldId="259"/>
            <ac:spMk id="98" creationId="{2C3B4243-CD64-C458-2588-437382445C6B}"/>
          </ac:spMkLst>
        </pc:spChg>
        <pc:spChg chg="mod">
          <ac:chgData name="Findlay Copley" userId="6283a733-9867-4989-b502-3d8d61f5cf2d" providerId="ADAL" clId="{939FF412-86AB-42A3-A37D-64191BDF4691}" dt="2022-11-08T18:28:19.349" v="434"/>
          <ac:spMkLst>
            <pc:docMk/>
            <pc:sldMk cId="1839895342" sldId="259"/>
            <ac:spMk id="100" creationId="{B40B70C9-D5C7-7403-EEC5-EE63357F806E}"/>
          </ac:spMkLst>
        </pc:spChg>
        <pc:spChg chg="mod">
          <ac:chgData name="Findlay Copley" userId="6283a733-9867-4989-b502-3d8d61f5cf2d" providerId="ADAL" clId="{939FF412-86AB-42A3-A37D-64191BDF4691}" dt="2022-11-08T18:28:19.349" v="434"/>
          <ac:spMkLst>
            <pc:docMk/>
            <pc:sldMk cId="1839895342" sldId="259"/>
            <ac:spMk id="101" creationId="{178FE123-A8F4-58AF-E9DB-26AED048FBAF}"/>
          </ac:spMkLst>
        </pc:spChg>
        <pc:spChg chg="mod">
          <ac:chgData name="Findlay Copley" userId="6283a733-9867-4989-b502-3d8d61f5cf2d" providerId="ADAL" clId="{939FF412-86AB-42A3-A37D-64191BDF4691}" dt="2022-11-08T18:28:19.349" v="434"/>
          <ac:spMkLst>
            <pc:docMk/>
            <pc:sldMk cId="1839895342" sldId="259"/>
            <ac:spMk id="102" creationId="{A7D9EBE5-FDED-7D82-A42B-47149E33AF6C}"/>
          </ac:spMkLst>
        </pc:spChg>
        <pc:spChg chg="del mod">
          <ac:chgData name="Findlay Copley" userId="6283a733-9867-4989-b502-3d8d61f5cf2d" providerId="ADAL" clId="{939FF412-86AB-42A3-A37D-64191BDF4691}" dt="2022-11-08T18:30:32.335" v="493" actId="478"/>
          <ac:spMkLst>
            <pc:docMk/>
            <pc:sldMk cId="1839895342" sldId="259"/>
            <ac:spMk id="103" creationId="{893D1E8C-D1DF-BC80-7C80-0D70B902912E}"/>
          </ac:spMkLst>
        </pc:spChg>
        <pc:spChg chg="mod">
          <ac:chgData name="Findlay Copley" userId="6283a733-9867-4989-b502-3d8d61f5cf2d" providerId="ADAL" clId="{939FF412-86AB-42A3-A37D-64191BDF4691}" dt="2022-11-08T18:28:19.349" v="434"/>
          <ac:spMkLst>
            <pc:docMk/>
            <pc:sldMk cId="1839895342" sldId="259"/>
            <ac:spMk id="104" creationId="{1EFE85F7-137D-3A40-8C29-5D0D505E1BB8}"/>
          </ac:spMkLst>
        </pc:spChg>
        <pc:spChg chg="mod">
          <ac:chgData name="Findlay Copley" userId="6283a733-9867-4989-b502-3d8d61f5cf2d" providerId="ADAL" clId="{939FF412-86AB-42A3-A37D-64191BDF4691}" dt="2022-11-08T18:28:19.349" v="434"/>
          <ac:spMkLst>
            <pc:docMk/>
            <pc:sldMk cId="1839895342" sldId="259"/>
            <ac:spMk id="105" creationId="{2B0B5C0E-CB17-A3B9-6005-66132A30608C}"/>
          </ac:spMkLst>
        </pc:spChg>
        <pc:spChg chg="mod">
          <ac:chgData name="Findlay Copley" userId="6283a733-9867-4989-b502-3d8d61f5cf2d" providerId="ADAL" clId="{939FF412-86AB-42A3-A37D-64191BDF4691}" dt="2022-11-08T18:28:19.349" v="434"/>
          <ac:spMkLst>
            <pc:docMk/>
            <pc:sldMk cId="1839895342" sldId="259"/>
            <ac:spMk id="106" creationId="{D8510711-EAFA-3807-39DC-ED95099284B0}"/>
          </ac:spMkLst>
        </pc:spChg>
        <pc:spChg chg="mod">
          <ac:chgData name="Findlay Copley" userId="6283a733-9867-4989-b502-3d8d61f5cf2d" providerId="ADAL" clId="{939FF412-86AB-42A3-A37D-64191BDF4691}" dt="2022-11-08T18:28:19.349" v="434"/>
          <ac:spMkLst>
            <pc:docMk/>
            <pc:sldMk cId="1839895342" sldId="259"/>
            <ac:spMk id="107" creationId="{A3471D43-BB2E-87DE-51B1-3672C5D90006}"/>
          </ac:spMkLst>
        </pc:spChg>
        <pc:spChg chg="mod">
          <ac:chgData name="Findlay Copley" userId="6283a733-9867-4989-b502-3d8d61f5cf2d" providerId="ADAL" clId="{939FF412-86AB-42A3-A37D-64191BDF4691}" dt="2022-11-08T18:28:19.349" v="434"/>
          <ac:spMkLst>
            <pc:docMk/>
            <pc:sldMk cId="1839895342" sldId="259"/>
            <ac:spMk id="108" creationId="{7500AF95-C80D-2320-CC57-382F95FC8C43}"/>
          </ac:spMkLst>
        </pc:spChg>
        <pc:spChg chg="mod">
          <ac:chgData name="Findlay Copley" userId="6283a733-9867-4989-b502-3d8d61f5cf2d" providerId="ADAL" clId="{939FF412-86AB-42A3-A37D-64191BDF4691}" dt="2022-11-08T18:28:19.349" v="434"/>
          <ac:spMkLst>
            <pc:docMk/>
            <pc:sldMk cId="1839895342" sldId="259"/>
            <ac:spMk id="109" creationId="{1C80ED8E-9618-D6B6-8D12-78D73BA56332}"/>
          </ac:spMkLst>
        </pc:spChg>
        <pc:spChg chg="mod">
          <ac:chgData name="Findlay Copley" userId="6283a733-9867-4989-b502-3d8d61f5cf2d" providerId="ADAL" clId="{939FF412-86AB-42A3-A37D-64191BDF4691}" dt="2022-11-08T18:28:19.349" v="434"/>
          <ac:spMkLst>
            <pc:docMk/>
            <pc:sldMk cId="1839895342" sldId="259"/>
            <ac:spMk id="110" creationId="{F1527285-8CCA-7D44-F37A-F023C25A746C}"/>
          </ac:spMkLst>
        </pc:spChg>
        <pc:spChg chg="mod">
          <ac:chgData name="Findlay Copley" userId="6283a733-9867-4989-b502-3d8d61f5cf2d" providerId="ADAL" clId="{939FF412-86AB-42A3-A37D-64191BDF4691}" dt="2022-11-08T18:28:19.349" v="434"/>
          <ac:spMkLst>
            <pc:docMk/>
            <pc:sldMk cId="1839895342" sldId="259"/>
            <ac:spMk id="111" creationId="{64F7FD7F-3BFC-0C12-8B00-6420B2E438BA}"/>
          </ac:spMkLst>
        </pc:spChg>
        <pc:spChg chg="mod">
          <ac:chgData name="Findlay Copley" userId="6283a733-9867-4989-b502-3d8d61f5cf2d" providerId="ADAL" clId="{939FF412-86AB-42A3-A37D-64191BDF4691}" dt="2022-11-08T18:28:19.349" v="434"/>
          <ac:spMkLst>
            <pc:docMk/>
            <pc:sldMk cId="1839895342" sldId="259"/>
            <ac:spMk id="112" creationId="{6A4E15AE-12D9-7DCD-DF21-3AB0DECFCCFE}"/>
          </ac:spMkLst>
        </pc:spChg>
        <pc:spChg chg="mod">
          <ac:chgData name="Findlay Copley" userId="6283a733-9867-4989-b502-3d8d61f5cf2d" providerId="ADAL" clId="{939FF412-86AB-42A3-A37D-64191BDF4691}" dt="2022-11-08T18:28:19.349" v="434"/>
          <ac:spMkLst>
            <pc:docMk/>
            <pc:sldMk cId="1839895342" sldId="259"/>
            <ac:spMk id="113" creationId="{6FD37BA0-6B47-B320-7D03-BA55FFFB1154}"/>
          </ac:spMkLst>
        </pc:spChg>
        <pc:spChg chg="mod">
          <ac:chgData name="Findlay Copley" userId="6283a733-9867-4989-b502-3d8d61f5cf2d" providerId="ADAL" clId="{939FF412-86AB-42A3-A37D-64191BDF4691}" dt="2022-11-08T18:28:19.349" v="434"/>
          <ac:spMkLst>
            <pc:docMk/>
            <pc:sldMk cId="1839895342" sldId="259"/>
            <ac:spMk id="114" creationId="{13C2EAA3-068E-B9D4-A52E-ED4B9D15D770}"/>
          </ac:spMkLst>
        </pc:spChg>
        <pc:spChg chg="mod">
          <ac:chgData name="Findlay Copley" userId="6283a733-9867-4989-b502-3d8d61f5cf2d" providerId="ADAL" clId="{939FF412-86AB-42A3-A37D-64191BDF4691}" dt="2022-11-08T18:28:19.349" v="434"/>
          <ac:spMkLst>
            <pc:docMk/>
            <pc:sldMk cId="1839895342" sldId="259"/>
            <ac:spMk id="115" creationId="{67A24371-0E86-B825-1A62-CB1D9A43FAB2}"/>
          </ac:spMkLst>
        </pc:spChg>
        <pc:spChg chg="mod">
          <ac:chgData name="Findlay Copley" userId="6283a733-9867-4989-b502-3d8d61f5cf2d" providerId="ADAL" clId="{939FF412-86AB-42A3-A37D-64191BDF4691}" dt="2022-11-08T18:28:19.349" v="434"/>
          <ac:spMkLst>
            <pc:docMk/>
            <pc:sldMk cId="1839895342" sldId="259"/>
            <ac:spMk id="116" creationId="{74855EF0-471D-FC98-9CA8-3DF58CCCA68C}"/>
          </ac:spMkLst>
        </pc:spChg>
        <pc:spChg chg="mod">
          <ac:chgData name="Findlay Copley" userId="6283a733-9867-4989-b502-3d8d61f5cf2d" providerId="ADAL" clId="{939FF412-86AB-42A3-A37D-64191BDF4691}" dt="2022-11-08T18:28:19.349" v="434"/>
          <ac:spMkLst>
            <pc:docMk/>
            <pc:sldMk cId="1839895342" sldId="259"/>
            <ac:spMk id="117" creationId="{535FAEFC-7BC3-1FB1-B981-AF37FD916432}"/>
          </ac:spMkLst>
        </pc:spChg>
        <pc:spChg chg="mod">
          <ac:chgData name="Findlay Copley" userId="6283a733-9867-4989-b502-3d8d61f5cf2d" providerId="ADAL" clId="{939FF412-86AB-42A3-A37D-64191BDF4691}" dt="2022-11-08T18:28:19.349" v="434"/>
          <ac:spMkLst>
            <pc:docMk/>
            <pc:sldMk cId="1839895342" sldId="259"/>
            <ac:spMk id="118" creationId="{BA12D0FD-10F5-0A7A-5266-B584C3EF0654}"/>
          </ac:spMkLst>
        </pc:spChg>
        <pc:spChg chg="mod">
          <ac:chgData name="Findlay Copley" userId="6283a733-9867-4989-b502-3d8d61f5cf2d" providerId="ADAL" clId="{939FF412-86AB-42A3-A37D-64191BDF4691}" dt="2022-11-08T18:28:19.349" v="434"/>
          <ac:spMkLst>
            <pc:docMk/>
            <pc:sldMk cId="1839895342" sldId="259"/>
            <ac:spMk id="119" creationId="{991BEE40-CC7E-8E75-A66B-D3B75522570F}"/>
          </ac:spMkLst>
        </pc:spChg>
        <pc:spChg chg="mod">
          <ac:chgData name="Findlay Copley" userId="6283a733-9867-4989-b502-3d8d61f5cf2d" providerId="ADAL" clId="{939FF412-86AB-42A3-A37D-64191BDF4691}" dt="2022-11-08T18:28:19.349" v="434"/>
          <ac:spMkLst>
            <pc:docMk/>
            <pc:sldMk cId="1839895342" sldId="259"/>
            <ac:spMk id="120" creationId="{40952638-F328-2C56-562A-05B6DDE84F85}"/>
          </ac:spMkLst>
        </pc:spChg>
        <pc:spChg chg="mod">
          <ac:chgData name="Findlay Copley" userId="6283a733-9867-4989-b502-3d8d61f5cf2d" providerId="ADAL" clId="{939FF412-86AB-42A3-A37D-64191BDF4691}" dt="2022-11-08T18:28:52.108" v="476"/>
          <ac:spMkLst>
            <pc:docMk/>
            <pc:sldMk cId="1839895342" sldId="259"/>
            <ac:spMk id="122" creationId="{02F3A22F-FB71-1137-F573-BA0BA12F8654}"/>
          </ac:spMkLst>
        </pc:spChg>
        <pc:spChg chg="mod">
          <ac:chgData name="Findlay Copley" userId="6283a733-9867-4989-b502-3d8d61f5cf2d" providerId="ADAL" clId="{939FF412-86AB-42A3-A37D-64191BDF4691}" dt="2022-11-08T18:28:52.108" v="476"/>
          <ac:spMkLst>
            <pc:docMk/>
            <pc:sldMk cId="1839895342" sldId="259"/>
            <ac:spMk id="123" creationId="{B0F34D5C-F36F-BBAC-BF1B-D7B11663D2F5}"/>
          </ac:spMkLst>
        </pc:spChg>
        <pc:spChg chg="mod">
          <ac:chgData name="Findlay Copley" userId="6283a733-9867-4989-b502-3d8d61f5cf2d" providerId="ADAL" clId="{939FF412-86AB-42A3-A37D-64191BDF4691}" dt="2022-11-08T18:28:52.108" v="476"/>
          <ac:spMkLst>
            <pc:docMk/>
            <pc:sldMk cId="1839895342" sldId="259"/>
            <ac:spMk id="124" creationId="{AA7D03AA-AEE8-1BE2-DB52-D6FBBA6B82ED}"/>
          </ac:spMkLst>
        </pc:spChg>
        <pc:spChg chg="mod">
          <ac:chgData name="Findlay Copley" userId="6283a733-9867-4989-b502-3d8d61f5cf2d" providerId="ADAL" clId="{939FF412-86AB-42A3-A37D-64191BDF4691}" dt="2022-11-08T18:28:52.108" v="476"/>
          <ac:spMkLst>
            <pc:docMk/>
            <pc:sldMk cId="1839895342" sldId="259"/>
            <ac:spMk id="125" creationId="{D8532FCB-EFC1-5505-5C16-CC82F2C8517A}"/>
          </ac:spMkLst>
        </pc:spChg>
        <pc:spChg chg="mod">
          <ac:chgData name="Findlay Copley" userId="6283a733-9867-4989-b502-3d8d61f5cf2d" providerId="ADAL" clId="{939FF412-86AB-42A3-A37D-64191BDF4691}" dt="2022-11-08T18:28:52.108" v="476"/>
          <ac:spMkLst>
            <pc:docMk/>
            <pc:sldMk cId="1839895342" sldId="259"/>
            <ac:spMk id="126" creationId="{0D29C20D-80BA-8832-E53F-CD29936C8DD9}"/>
          </ac:spMkLst>
        </pc:spChg>
        <pc:spChg chg="mod">
          <ac:chgData name="Findlay Copley" userId="6283a733-9867-4989-b502-3d8d61f5cf2d" providerId="ADAL" clId="{939FF412-86AB-42A3-A37D-64191BDF4691}" dt="2022-11-08T18:28:52.108" v="476"/>
          <ac:spMkLst>
            <pc:docMk/>
            <pc:sldMk cId="1839895342" sldId="259"/>
            <ac:spMk id="127" creationId="{74EC73EC-2B38-8572-AD08-E1DAD9C657B4}"/>
          </ac:spMkLst>
        </pc:spChg>
        <pc:spChg chg="mod">
          <ac:chgData name="Findlay Copley" userId="6283a733-9867-4989-b502-3d8d61f5cf2d" providerId="ADAL" clId="{939FF412-86AB-42A3-A37D-64191BDF4691}" dt="2022-11-08T18:28:52.108" v="476"/>
          <ac:spMkLst>
            <pc:docMk/>
            <pc:sldMk cId="1839895342" sldId="259"/>
            <ac:spMk id="128" creationId="{E1C253E8-2401-B124-7B6C-1F8A3764EA6E}"/>
          </ac:spMkLst>
        </pc:spChg>
        <pc:spChg chg="mod">
          <ac:chgData name="Findlay Copley" userId="6283a733-9867-4989-b502-3d8d61f5cf2d" providerId="ADAL" clId="{939FF412-86AB-42A3-A37D-64191BDF4691}" dt="2022-11-08T18:28:52.108" v="476"/>
          <ac:spMkLst>
            <pc:docMk/>
            <pc:sldMk cId="1839895342" sldId="259"/>
            <ac:spMk id="129" creationId="{83B0CCAB-EBD2-CFD0-8838-D50C76D5CD71}"/>
          </ac:spMkLst>
        </pc:spChg>
        <pc:spChg chg="mod">
          <ac:chgData name="Findlay Copley" userId="6283a733-9867-4989-b502-3d8d61f5cf2d" providerId="ADAL" clId="{939FF412-86AB-42A3-A37D-64191BDF4691}" dt="2022-11-08T18:28:52.108" v="476"/>
          <ac:spMkLst>
            <pc:docMk/>
            <pc:sldMk cId="1839895342" sldId="259"/>
            <ac:spMk id="130" creationId="{E709632A-7201-E509-5D83-FCF05B31E613}"/>
          </ac:spMkLst>
        </pc:spChg>
        <pc:spChg chg="mod">
          <ac:chgData name="Findlay Copley" userId="6283a733-9867-4989-b502-3d8d61f5cf2d" providerId="ADAL" clId="{939FF412-86AB-42A3-A37D-64191BDF4691}" dt="2022-11-08T18:28:52.108" v="476"/>
          <ac:spMkLst>
            <pc:docMk/>
            <pc:sldMk cId="1839895342" sldId="259"/>
            <ac:spMk id="131" creationId="{441E742A-94E4-786A-828C-036C679A7A67}"/>
          </ac:spMkLst>
        </pc:spChg>
        <pc:spChg chg="mod">
          <ac:chgData name="Findlay Copley" userId="6283a733-9867-4989-b502-3d8d61f5cf2d" providerId="ADAL" clId="{939FF412-86AB-42A3-A37D-64191BDF4691}" dt="2022-11-08T18:28:52.108" v="476"/>
          <ac:spMkLst>
            <pc:docMk/>
            <pc:sldMk cId="1839895342" sldId="259"/>
            <ac:spMk id="132" creationId="{A51534A5-F3EA-FEE1-FE73-9FB823953002}"/>
          </ac:spMkLst>
        </pc:spChg>
        <pc:spChg chg="mod">
          <ac:chgData name="Findlay Copley" userId="6283a733-9867-4989-b502-3d8d61f5cf2d" providerId="ADAL" clId="{939FF412-86AB-42A3-A37D-64191BDF4691}" dt="2022-11-08T18:28:52.108" v="476"/>
          <ac:spMkLst>
            <pc:docMk/>
            <pc:sldMk cId="1839895342" sldId="259"/>
            <ac:spMk id="133" creationId="{9450640A-B61A-F1A3-0112-ED00D6EECED6}"/>
          </ac:spMkLst>
        </pc:spChg>
        <pc:spChg chg="mod">
          <ac:chgData name="Findlay Copley" userId="6283a733-9867-4989-b502-3d8d61f5cf2d" providerId="ADAL" clId="{939FF412-86AB-42A3-A37D-64191BDF4691}" dt="2022-11-08T18:28:52.108" v="476"/>
          <ac:spMkLst>
            <pc:docMk/>
            <pc:sldMk cId="1839895342" sldId="259"/>
            <ac:spMk id="134" creationId="{9849A258-98DA-77CE-95D7-3CB41CEA8625}"/>
          </ac:spMkLst>
        </pc:spChg>
        <pc:spChg chg="mod">
          <ac:chgData name="Findlay Copley" userId="6283a733-9867-4989-b502-3d8d61f5cf2d" providerId="ADAL" clId="{939FF412-86AB-42A3-A37D-64191BDF4691}" dt="2022-11-08T18:28:52.108" v="476"/>
          <ac:spMkLst>
            <pc:docMk/>
            <pc:sldMk cId="1839895342" sldId="259"/>
            <ac:spMk id="135" creationId="{6FF380F5-754B-CD7D-24AA-545D8D9192E2}"/>
          </ac:spMkLst>
        </pc:spChg>
        <pc:spChg chg="mod">
          <ac:chgData name="Findlay Copley" userId="6283a733-9867-4989-b502-3d8d61f5cf2d" providerId="ADAL" clId="{939FF412-86AB-42A3-A37D-64191BDF4691}" dt="2022-11-08T18:28:52.108" v="476"/>
          <ac:spMkLst>
            <pc:docMk/>
            <pc:sldMk cId="1839895342" sldId="259"/>
            <ac:spMk id="136" creationId="{071BC03C-227D-5310-642F-E1C8B4BA57B1}"/>
          </ac:spMkLst>
        </pc:spChg>
        <pc:spChg chg="mod">
          <ac:chgData name="Findlay Copley" userId="6283a733-9867-4989-b502-3d8d61f5cf2d" providerId="ADAL" clId="{939FF412-86AB-42A3-A37D-64191BDF4691}" dt="2022-11-08T18:28:52.108" v="476"/>
          <ac:spMkLst>
            <pc:docMk/>
            <pc:sldMk cId="1839895342" sldId="259"/>
            <ac:spMk id="137" creationId="{706B8AAE-EE59-4F24-8CD1-10EEBB83A5FB}"/>
          </ac:spMkLst>
        </pc:spChg>
        <pc:spChg chg="mod">
          <ac:chgData name="Findlay Copley" userId="6283a733-9867-4989-b502-3d8d61f5cf2d" providerId="ADAL" clId="{939FF412-86AB-42A3-A37D-64191BDF4691}" dt="2022-11-08T18:28:52.108" v="476"/>
          <ac:spMkLst>
            <pc:docMk/>
            <pc:sldMk cId="1839895342" sldId="259"/>
            <ac:spMk id="138" creationId="{D2AD5E1D-B2DD-174D-8F2D-03E76922F448}"/>
          </ac:spMkLst>
        </pc:spChg>
        <pc:spChg chg="mod">
          <ac:chgData name="Findlay Copley" userId="6283a733-9867-4989-b502-3d8d61f5cf2d" providerId="ADAL" clId="{939FF412-86AB-42A3-A37D-64191BDF4691}" dt="2022-11-08T18:28:52.108" v="476"/>
          <ac:spMkLst>
            <pc:docMk/>
            <pc:sldMk cId="1839895342" sldId="259"/>
            <ac:spMk id="139" creationId="{2D617C16-C059-F508-2D75-825F4BD80C24}"/>
          </ac:spMkLst>
        </pc:spChg>
        <pc:spChg chg="mod">
          <ac:chgData name="Findlay Copley" userId="6283a733-9867-4989-b502-3d8d61f5cf2d" providerId="ADAL" clId="{939FF412-86AB-42A3-A37D-64191BDF4691}" dt="2022-11-08T18:28:52.108" v="476"/>
          <ac:spMkLst>
            <pc:docMk/>
            <pc:sldMk cId="1839895342" sldId="259"/>
            <ac:spMk id="140" creationId="{664512D0-E342-B62B-7C64-7E7C49FD9E56}"/>
          </ac:spMkLst>
        </pc:spChg>
        <pc:spChg chg="mod">
          <ac:chgData name="Findlay Copley" userId="6283a733-9867-4989-b502-3d8d61f5cf2d" providerId="ADAL" clId="{939FF412-86AB-42A3-A37D-64191BDF4691}" dt="2022-11-08T18:28:52.108" v="476"/>
          <ac:spMkLst>
            <pc:docMk/>
            <pc:sldMk cId="1839895342" sldId="259"/>
            <ac:spMk id="141" creationId="{B758D556-B917-B078-1D82-80D3C62AD912}"/>
          </ac:spMkLst>
        </pc:spChg>
        <pc:spChg chg="mod">
          <ac:chgData name="Findlay Copley" userId="6283a733-9867-4989-b502-3d8d61f5cf2d" providerId="ADAL" clId="{939FF412-86AB-42A3-A37D-64191BDF4691}" dt="2022-11-08T18:28:52.108" v="476"/>
          <ac:spMkLst>
            <pc:docMk/>
            <pc:sldMk cId="1839895342" sldId="259"/>
            <ac:spMk id="142" creationId="{9372F8DE-F69E-19A5-D611-858FFA9F425C}"/>
          </ac:spMkLst>
        </pc:spChg>
        <pc:spChg chg="mod">
          <ac:chgData name="Findlay Copley" userId="6283a733-9867-4989-b502-3d8d61f5cf2d" providerId="ADAL" clId="{939FF412-86AB-42A3-A37D-64191BDF4691}" dt="2022-11-08T18:28:55.082" v="478"/>
          <ac:spMkLst>
            <pc:docMk/>
            <pc:sldMk cId="1839895342" sldId="259"/>
            <ac:spMk id="144" creationId="{0AEFA326-0230-BEA5-48E2-06F085C75F51}"/>
          </ac:spMkLst>
        </pc:spChg>
        <pc:spChg chg="mod">
          <ac:chgData name="Findlay Copley" userId="6283a733-9867-4989-b502-3d8d61f5cf2d" providerId="ADAL" clId="{939FF412-86AB-42A3-A37D-64191BDF4691}" dt="2022-11-08T18:28:55.082" v="478"/>
          <ac:spMkLst>
            <pc:docMk/>
            <pc:sldMk cId="1839895342" sldId="259"/>
            <ac:spMk id="145" creationId="{F305FD28-586D-F277-A91E-5507BF367A95}"/>
          </ac:spMkLst>
        </pc:spChg>
        <pc:spChg chg="mod">
          <ac:chgData name="Findlay Copley" userId="6283a733-9867-4989-b502-3d8d61f5cf2d" providerId="ADAL" clId="{939FF412-86AB-42A3-A37D-64191BDF4691}" dt="2022-11-08T18:28:55.082" v="478"/>
          <ac:spMkLst>
            <pc:docMk/>
            <pc:sldMk cId="1839895342" sldId="259"/>
            <ac:spMk id="146" creationId="{5CCE4771-6BA8-8137-C44E-E5DB16C12179}"/>
          </ac:spMkLst>
        </pc:spChg>
        <pc:spChg chg="del mod">
          <ac:chgData name="Findlay Copley" userId="6283a733-9867-4989-b502-3d8d61f5cf2d" providerId="ADAL" clId="{939FF412-86AB-42A3-A37D-64191BDF4691}" dt="2022-11-08T18:30:29.150" v="492" actId="478"/>
          <ac:spMkLst>
            <pc:docMk/>
            <pc:sldMk cId="1839895342" sldId="259"/>
            <ac:spMk id="147" creationId="{E991C0B8-7E38-999C-680F-72482C2BDFD2}"/>
          </ac:spMkLst>
        </pc:spChg>
        <pc:spChg chg="mod">
          <ac:chgData name="Findlay Copley" userId="6283a733-9867-4989-b502-3d8d61f5cf2d" providerId="ADAL" clId="{939FF412-86AB-42A3-A37D-64191BDF4691}" dt="2022-11-08T18:28:55.082" v="478"/>
          <ac:spMkLst>
            <pc:docMk/>
            <pc:sldMk cId="1839895342" sldId="259"/>
            <ac:spMk id="148" creationId="{EAFEAA65-1BC2-48A1-463C-77EA3C83C29A}"/>
          </ac:spMkLst>
        </pc:spChg>
        <pc:spChg chg="mod">
          <ac:chgData name="Findlay Copley" userId="6283a733-9867-4989-b502-3d8d61f5cf2d" providerId="ADAL" clId="{939FF412-86AB-42A3-A37D-64191BDF4691}" dt="2022-11-08T18:28:55.082" v="478"/>
          <ac:spMkLst>
            <pc:docMk/>
            <pc:sldMk cId="1839895342" sldId="259"/>
            <ac:spMk id="149" creationId="{DFE6C69F-2899-972A-5822-9CF0580705E8}"/>
          </ac:spMkLst>
        </pc:spChg>
        <pc:spChg chg="mod">
          <ac:chgData name="Findlay Copley" userId="6283a733-9867-4989-b502-3d8d61f5cf2d" providerId="ADAL" clId="{939FF412-86AB-42A3-A37D-64191BDF4691}" dt="2022-11-08T18:28:55.082" v="478"/>
          <ac:spMkLst>
            <pc:docMk/>
            <pc:sldMk cId="1839895342" sldId="259"/>
            <ac:spMk id="150" creationId="{797395A2-9FFD-50B4-E35A-D420872E6B90}"/>
          </ac:spMkLst>
        </pc:spChg>
        <pc:spChg chg="mod">
          <ac:chgData name="Findlay Copley" userId="6283a733-9867-4989-b502-3d8d61f5cf2d" providerId="ADAL" clId="{939FF412-86AB-42A3-A37D-64191BDF4691}" dt="2022-11-08T18:28:55.082" v="478"/>
          <ac:spMkLst>
            <pc:docMk/>
            <pc:sldMk cId="1839895342" sldId="259"/>
            <ac:spMk id="151" creationId="{E1B7B670-29CE-B94D-4C78-870CDD6A79E0}"/>
          </ac:spMkLst>
        </pc:spChg>
        <pc:spChg chg="mod">
          <ac:chgData name="Findlay Copley" userId="6283a733-9867-4989-b502-3d8d61f5cf2d" providerId="ADAL" clId="{939FF412-86AB-42A3-A37D-64191BDF4691}" dt="2022-11-08T18:28:55.082" v="478"/>
          <ac:spMkLst>
            <pc:docMk/>
            <pc:sldMk cId="1839895342" sldId="259"/>
            <ac:spMk id="152" creationId="{1EDE136F-F329-6B2F-29BC-55D27C070131}"/>
          </ac:spMkLst>
        </pc:spChg>
        <pc:spChg chg="mod">
          <ac:chgData name="Findlay Copley" userId="6283a733-9867-4989-b502-3d8d61f5cf2d" providerId="ADAL" clId="{939FF412-86AB-42A3-A37D-64191BDF4691}" dt="2022-11-08T18:28:55.082" v="478"/>
          <ac:spMkLst>
            <pc:docMk/>
            <pc:sldMk cId="1839895342" sldId="259"/>
            <ac:spMk id="153" creationId="{CC044442-BA28-E152-7990-DB13F7478E49}"/>
          </ac:spMkLst>
        </pc:spChg>
        <pc:spChg chg="mod">
          <ac:chgData name="Findlay Copley" userId="6283a733-9867-4989-b502-3d8d61f5cf2d" providerId="ADAL" clId="{939FF412-86AB-42A3-A37D-64191BDF4691}" dt="2022-11-08T18:28:55.082" v="478"/>
          <ac:spMkLst>
            <pc:docMk/>
            <pc:sldMk cId="1839895342" sldId="259"/>
            <ac:spMk id="154" creationId="{4891B5AA-7FE7-34AE-E910-939894FE1EC4}"/>
          </ac:spMkLst>
        </pc:spChg>
        <pc:spChg chg="mod">
          <ac:chgData name="Findlay Copley" userId="6283a733-9867-4989-b502-3d8d61f5cf2d" providerId="ADAL" clId="{939FF412-86AB-42A3-A37D-64191BDF4691}" dt="2022-11-08T18:28:55.082" v="478"/>
          <ac:spMkLst>
            <pc:docMk/>
            <pc:sldMk cId="1839895342" sldId="259"/>
            <ac:spMk id="155" creationId="{58C2389C-A9EF-8ED2-C281-F16FDAD733DE}"/>
          </ac:spMkLst>
        </pc:spChg>
        <pc:spChg chg="mod">
          <ac:chgData name="Findlay Copley" userId="6283a733-9867-4989-b502-3d8d61f5cf2d" providerId="ADAL" clId="{939FF412-86AB-42A3-A37D-64191BDF4691}" dt="2022-11-08T18:28:55.082" v="478"/>
          <ac:spMkLst>
            <pc:docMk/>
            <pc:sldMk cId="1839895342" sldId="259"/>
            <ac:spMk id="156" creationId="{54005913-D512-2441-C08A-5CEDC77F918C}"/>
          </ac:spMkLst>
        </pc:spChg>
        <pc:spChg chg="mod">
          <ac:chgData name="Findlay Copley" userId="6283a733-9867-4989-b502-3d8d61f5cf2d" providerId="ADAL" clId="{939FF412-86AB-42A3-A37D-64191BDF4691}" dt="2022-11-08T18:28:55.082" v="478"/>
          <ac:spMkLst>
            <pc:docMk/>
            <pc:sldMk cId="1839895342" sldId="259"/>
            <ac:spMk id="157" creationId="{C1BA9C31-44BB-B1AA-41D0-24EB92AD1E28}"/>
          </ac:spMkLst>
        </pc:spChg>
        <pc:spChg chg="mod">
          <ac:chgData name="Findlay Copley" userId="6283a733-9867-4989-b502-3d8d61f5cf2d" providerId="ADAL" clId="{939FF412-86AB-42A3-A37D-64191BDF4691}" dt="2022-11-08T18:28:55.082" v="478"/>
          <ac:spMkLst>
            <pc:docMk/>
            <pc:sldMk cId="1839895342" sldId="259"/>
            <ac:spMk id="158" creationId="{4BE96B19-9903-4537-9473-A7562255247E}"/>
          </ac:spMkLst>
        </pc:spChg>
        <pc:spChg chg="mod">
          <ac:chgData name="Findlay Copley" userId="6283a733-9867-4989-b502-3d8d61f5cf2d" providerId="ADAL" clId="{939FF412-86AB-42A3-A37D-64191BDF4691}" dt="2022-11-08T18:28:55.082" v="478"/>
          <ac:spMkLst>
            <pc:docMk/>
            <pc:sldMk cId="1839895342" sldId="259"/>
            <ac:spMk id="159" creationId="{E9A0C563-BF2C-87F8-5718-D3936A506BCD}"/>
          </ac:spMkLst>
        </pc:spChg>
        <pc:spChg chg="mod">
          <ac:chgData name="Findlay Copley" userId="6283a733-9867-4989-b502-3d8d61f5cf2d" providerId="ADAL" clId="{939FF412-86AB-42A3-A37D-64191BDF4691}" dt="2022-11-08T18:28:55.082" v="478"/>
          <ac:spMkLst>
            <pc:docMk/>
            <pc:sldMk cId="1839895342" sldId="259"/>
            <ac:spMk id="160" creationId="{C1BAB3E4-0B9D-76B7-9CC1-BCC7B76F03CE}"/>
          </ac:spMkLst>
        </pc:spChg>
        <pc:spChg chg="mod">
          <ac:chgData name="Findlay Copley" userId="6283a733-9867-4989-b502-3d8d61f5cf2d" providerId="ADAL" clId="{939FF412-86AB-42A3-A37D-64191BDF4691}" dt="2022-11-08T18:28:55.082" v="478"/>
          <ac:spMkLst>
            <pc:docMk/>
            <pc:sldMk cId="1839895342" sldId="259"/>
            <ac:spMk id="161" creationId="{9D9DB1F7-513B-3DFD-9624-C4533A70D7AA}"/>
          </ac:spMkLst>
        </pc:spChg>
        <pc:spChg chg="mod">
          <ac:chgData name="Findlay Copley" userId="6283a733-9867-4989-b502-3d8d61f5cf2d" providerId="ADAL" clId="{939FF412-86AB-42A3-A37D-64191BDF4691}" dt="2022-11-08T18:28:55.082" v="478"/>
          <ac:spMkLst>
            <pc:docMk/>
            <pc:sldMk cId="1839895342" sldId="259"/>
            <ac:spMk id="162" creationId="{3BE92736-C003-9649-C1E3-D6BF78142C49}"/>
          </ac:spMkLst>
        </pc:spChg>
        <pc:spChg chg="mod">
          <ac:chgData name="Findlay Copley" userId="6283a733-9867-4989-b502-3d8d61f5cf2d" providerId="ADAL" clId="{939FF412-86AB-42A3-A37D-64191BDF4691}" dt="2022-11-08T18:28:55.082" v="478"/>
          <ac:spMkLst>
            <pc:docMk/>
            <pc:sldMk cId="1839895342" sldId="259"/>
            <ac:spMk id="163" creationId="{DF76C54C-BEB2-6468-4B4D-DFE1DD7C85DF}"/>
          </ac:spMkLst>
        </pc:spChg>
        <pc:spChg chg="mod">
          <ac:chgData name="Findlay Copley" userId="6283a733-9867-4989-b502-3d8d61f5cf2d" providerId="ADAL" clId="{939FF412-86AB-42A3-A37D-64191BDF4691}" dt="2022-11-08T18:28:55.082" v="478"/>
          <ac:spMkLst>
            <pc:docMk/>
            <pc:sldMk cId="1839895342" sldId="259"/>
            <ac:spMk id="164" creationId="{C5B5CD27-24F2-EDF2-37F5-4541467FEA98}"/>
          </ac:spMkLst>
        </pc:spChg>
        <pc:spChg chg="add del mod">
          <ac:chgData name="Findlay Copley" userId="6283a733-9867-4989-b502-3d8d61f5cf2d" providerId="ADAL" clId="{939FF412-86AB-42A3-A37D-64191BDF4691}" dt="2022-11-08T18:29:27.070" v="485" actId="478"/>
          <ac:spMkLst>
            <pc:docMk/>
            <pc:sldMk cId="1839895342" sldId="259"/>
            <ac:spMk id="166" creationId="{F44C8D37-332A-88AB-DFC6-5D844A41928A}"/>
          </ac:spMkLst>
        </pc:spChg>
        <pc:spChg chg="add mod">
          <ac:chgData name="Findlay Copley" userId="6283a733-9867-4989-b502-3d8d61f5cf2d" providerId="ADAL" clId="{939FF412-86AB-42A3-A37D-64191BDF4691}" dt="2022-11-08T18:31:32.543" v="503" actId="1076"/>
          <ac:spMkLst>
            <pc:docMk/>
            <pc:sldMk cId="1839895342" sldId="259"/>
            <ac:spMk id="167" creationId="{D1558B2F-659E-C021-B728-790BA21CF743}"/>
          </ac:spMkLst>
        </pc:spChg>
        <pc:spChg chg="add mod">
          <ac:chgData name="Findlay Copley" userId="6283a733-9867-4989-b502-3d8d61f5cf2d" providerId="ADAL" clId="{939FF412-86AB-42A3-A37D-64191BDF4691}" dt="2022-11-08T18:31:24.623" v="502" actId="1076"/>
          <ac:spMkLst>
            <pc:docMk/>
            <pc:sldMk cId="1839895342" sldId="259"/>
            <ac:spMk id="168" creationId="{78AFAB44-B0AA-9D4C-A068-4376BA28F118}"/>
          </ac:spMkLst>
        </pc:spChg>
        <pc:spChg chg="add mod">
          <ac:chgData name="Findlay Copley" userId="6283a733-9867-4989-b502-3d8d61f5cf2d" providerId="ADAL" clId="{939FF412-86AB-42A3-A37D-64191BDF4691}" dt="2022-11-08T18:31:42.482" v="504" actId="1076"/>
          <ac:spMkLst>
            <pc:docMk/>
            <pc:sldMk cId="1839895342" sldId="259"/>
            <ac:spMk id="169" creationId="{9D7C0FA8-CA2C-2B37-10D3-2789747B5A18}"/>
          </ac:spMkLst>
        </pc:spChg>
        <pc:spChg chg="add mod">
          <ac:chgData name="Findlay Copley" userId="6283a733-9867-4989-b502-3d8d61f5cf2d" providerId="ADAL" clId="{939FF412-86AB-42A3-A37D-64191BDF4691}" dt="2022-11-08T18:31:57.846" v="507" actId="1076"/>
          <ac:spMkLst>
            <pc:docMk/>
            <pc:sldMk cId="1839895342" sldId="259"/>
            <ac:spMk id="170" creationId="{9FB0AC20-DD3F-2D25-B684-720EEB7040E1}"/>
          </ac:spMkLst>
        </pc:spChg>
        <pc:spChg chg="add mod">
          <ac:chgData name="Findlay Copley" userId="6283a733-9867-4989-b502-3d8d61f5cf2d" providerId="ADAL" clId="{939FF412-86AB-42A3-A37D-64191BDF4691}" dt="2022-11-08T18:32:16.707" v="511" actId="1582"/>
          <ac:spMkLst>
            <pc:docMk/>
            <pc:sldMk cId="1839895342" sldId="259"/>
            <ac:spMk id="171" creationId="{715F2687-32DE-1764-53CA-7FC20E71282F}"/>
          </ac:spMkLst>
        </pc:spChg>
        <pc:spChg chg="add mod">
          <ac:chgData name="Findlay Copley" userId="6283a733-9867-4989-b502-3d8d61f5cf2d" providerId="ADAL" clId="{939FF412-86AB-42A3-A37D-64191BDF4691}" dt="2022-11-08T18:32:34.079" v="514" actId="14100"/>
          <ac:spMkLst>
            <pc:docMk/>
            <pc:sldMk cId="1839895342" sldId="259"/>
            <ac:spMk id="172" creationId="{680EA7CA-2879-57ED-6F7E-D494B792E6B1}"/>
          </ac:spMkLst>
        </pc:spChg>
        <pc:spChg chg="add mod">
          <ac:chgData name="Findlay Copley" userId="6283a733-9867-4989-b502-3d8d61f5cf2d" providerId="ADAL" clId="{939FF412-86AB-42A3-A37D-64191BDF4691}" dt="2022-11-08T18:32:47.093" v="517" actId="14100"/>
          <ac:spMkLst>
            <pc:docMk/>
            <pc:sldMk cId="1839895342" sldId="259"/>
            <ac:spMk id="173" creationId="{62B77857-AC9D-8C13-3F96-642EEAFB4DC8}"/>
          </ac:spMkLst>
        </pc:spChg>
        <pc:grpChg chg="add mod">
          <ac:chgData name="Findlay Copley" userId="6283a733-9867-4989-b502-3d8d61f5cf2d" providerId="ADAL" clId="{939FF412-86AB-42A3-A37D-64191BDF4691}" dt="2022-11-08T18:30:12.944" v="491" actId="465"/>
          <ac:grpSpMkLst>
            <pc:docMk/>
            <pc:sldMk cId="1839895342" sldId="259"/>
            <ac:grpSpMk id="3" creationId="{441E360D-6936-FFA9-BDF4-F93C0736284E}"/>
          </ac:grpSpMkLst>
        </pc:grpChg>
        <pc:grpChg chg="add mod">
          <ac:chgData name="Findlay Copley" userId="6283a733-9867-4989-b502-3d8d61f5cf2d" providerId="ADAL" clId="{939FF412-86AB-42A3-A37D-64191BDF4691}" dt="2022-11-08T18:30:12.944" v="491" actId="465"/>
          <ac:grpSpMkLst>
            <pc:docMk/>
            <pc:sldMk cId="1839895342" sldId="259"/>
            <ac:grpSpMk id="26" creationId="{F678FAD3-ED1A-1193-F546-DD4CBEA32715}"/>
          </ac:grpSpMkLst>
        </pc:grpChg>
        <pc:grpChg chg="del">
          <ac:chgData name="Findlay Copley" userId="6283a733-9867-4989-b502-3d8d61f5cf2d" providerId="ADAL" clId="{939FF412-86AB-42A3-A37D-64191BDF4691}" dt="2022-11-08T18:28:03.244" v="427" actId="478"/>
          <ac:grpSpMkLst>
            <pc:docMk/>
            <pc:sldMk cId="1839895342" sldId="259"/>
            <ac:grpSpMk id="70" creationId="{339E10B9-4466-0365-2BF8-5908AD266CEE}"/>
          </ac:grpSpMkLst>
        </pc:grpChg>
        <pc:grpChg chg="mod">
          <ac:chgData name="Findlay Copley" userId="6283a733-9867-4989-b502-3d8d61f5cf2d" providerId="ADAL" clId="{939FF412-86AB-42A3-A37D-64191BDF4691}" dt="2022-11-10T15:51:39.388" v="1774" actId="1076"/>
          <ac:grpSpMkLst>
            <pc:docMk/>
            <pc:sldMk cId="1839895342" sldId="259"/>
            <ac:grpSpMk id="71" creationId="{56658909-F799-5034-49CF-ED7681BEDDAA}"/>
          </ac:grpSpMkLst>
        </pc:grpChg>
        <pc:grpChg chg="add mod">
          <ac:chgData name="Findlay Copley" userId="6283a733-9867-4989-b502-3d8d61f5cf2d" providerId="ADAL" clId="{939FF412-86AB-42A3-A37D-64191BDF4691}" dt="2022-11-08T18:30:12.944" v="491" actId="465"/>
          <ac:grpSpMkLst>
            <pc:docMk/>
            <pc:sldMk cId="1839895342" sldId="259"/>
            <ac:grpSpMk id="77" creationId="{B094E79A-AB51-EA98-F1FA-DA45198EF74E}"/>
          </ac:grpSpMkLst>
        </pc:grpChg>
        <pc:grpChg chg="add mod">
          <ac:chgData name="Findlay Copley" userId="6283a733-9867-4989-b502-3d8d61f5cf2d" providerId="ADAL" clId="{939FF412-86AB-42A3-A37D-64191BDF4691}" dt="2022-11-08T18:30:12.944" v="491" actId="465"/>
          <ac:grpSpMkLst>
            <pc:docMk/>
            <pc:sldMk cId="1839895342" sldId="259"/>
            <ac:grpSpMk id="99" creationId="{C95F9FA1-DF39-BF59-C779-41D9C6C320B5}"/>
          </ac:grpSpMkLst>
        </pc:grpChg>
        <pc:grpChg chg="add mod">
          <ac:chgData name="Findlay Copley" userId="6283a733-9867-4989-b502-3d8d61f5cf2d" providerId="ADAL" clId="{939FF412-86AB-42A3-A37D-64191BDF4691}" dt="2022-11-08T18:30:09.563" v="490" actId="1076"/>
          <ac:grpSpMkLst>
            <pc:docMk/>
            <pc:sldMk cId="1839895342" sldId="259"/>
            <ac:grpSpMk id="121" creationId="{D736F9D2-7B53-2A51-24EB-6C252D534B44}"/>
          </ac:grpSpMkLst>
        </pc:grpChg>
        <pc:grpChg chg="add mod">
          <ac:chgData name="Findlay Copley" userId="6283a733-9867-4989-b502-3d8d61f5cf2d" providerId="ADAL" clId="{939FF412-86AB-42A3-A37D-64191BDF4691}" dt="2022-11-08T18:30:09.563" v="490" actId="1076"/>
          <ac:grpSpMkLst>
            <pc:docMk/>
            <pc:sldMk cId="1839895342" sldId="259"/>
            <ac:grpSpMk id="143" creationId="{992BB483-4E71-63DC-8385-DF5908674529}"/>
          </ac:grpSpMkLst>
        </pc:grpChg>
      </pc:sldChg>
      <pc:sldChg chg="del">
        <pc:chgData name="Findlay Copley" userId="6283a733-9867-4989-b502-3d8d61f5cf2d" providerId="ADAL" clId="{939FF412-86AB-42A3-A37D-64191BDF4691}" dt="2022-11-08T15:41:40.910" v="136" actId="2696"/>
        <pc:sldMkLst>
          <pc:docMk/>
          <pc:sldMk cId="3077017755" sldId="260"/>
        </pc:sldMkLst>
      </pc:sldChg>
      <pc:sldChg chg="del">
        <pc:chgData name="Findlay Copley" userId="6283a733-9867-4989-b502-3d8d61f5cf2d" providerId="ADAL" clId="{939FF412-86AB-42A3-A37D-64191BDF4691}" dt="2022-11-08T15:41:40.910" v="136" actId="2696"/>
        <pc:sldMkLst>
          <pc:docMk/>
          <pc:sldMk cId="1853315376" sldId="261"/>
        </pc:sldMkLst>
      </pc:sldChg>
      <pc:sldChg chg="del">
        <pc:chgData name="Findlay Copley" userId="6283a733-9867-4989-b502-3d8d61f5cf2d" providerId="ADAL" clId="{939FF412-86AB-42A3-A37D-64191BDF4691}" dt="2022-11-08T15:41:40.910" v="136" actId="2696"/>
        <pc:sldMkLst>
          <pc:docMk/>
          <pc:sldMk cId="2537796152" sldId="262"/>
        </pc:sldMkLst>
      </pc:sldChg>
      <pc:sldChg chg="del">
        <pc:chgData name="Findlay Copley" userId="6283a733-9867-4989-b502-3d8d61f5cf2d" providerId="ADAL" clId="{939FF412-86AB-42A3-A37D-64191BDF4691}" dt="2022-11-08T15:41:40.910" v="136" actId="2696"/>
        <pc:sldMkLst>
          <pc:docMk/>
          <pc:sldMk cId="3323497868" sldId="267"/>
        </pc:sldMkLst>
      </pc:sldChg>
      <pc:sldChg chg="del">
        <pc:chgData name="Findlay Copley" userId="6283a733-9867-4989-b502-3d8d61f5cf2d" providerId="ADAL" clId="{939FF412-86AB-42A3-A37D-64191BDF4691}" dt="2022-11-08T15:41:40.910" v="136" actId="2696"/>
        <pc:sldMkLst>
          <pc:docMk/>
          <pc:sldMk cId="888180986" sldId="268"/>
        </pc:sldMkLst>
      </pc:sldChg>
      <pc:sldChg chg="modSp mod modAnim">
        <pc:chgData name="Findlay Copley" userId="6283a733-9867-4989-b502-3d8d61f5cf2d" providerId="ADAL" clId="{939FF412-86AB-42A3-A37D-64191BDF4691}" dt="2022-11-13T18:06:09.321" v="6072"/>
        <pc:sldMkLst>
          <pc:docMk/>
          <pc:sldMk cId="2704613856" sldId="269"/>
        </pc:sldMkLst>
        <pc:spChg chg="mod">
          <ac:chgData name="Findlay Copley" userId="6283a733-9867-4989-b502-3d8d61f5cf2d" providerId="ADAL" clId="{939FF412-86AB-42A3-A37D-64191BDF4691}" dt="2022-11-13T17:22:21.016" v="5521" actId="20577"/>
          <ac:spMkLst>
            <pc:docMk/>
            <pc:sldMk cId="2704613856" sldId="269"/>
            <ac:spMk id="2" creationId="{9F4657F0-0B69-85A6-B900-3B148D14E512}"/>
          </ac:spMkLst>
        </pc:spChg>
        <pc:spChg chg="mod">
          <ac:chgData name="Findlay Copley" userId="6283a733-9867-4989-b502-3d8d61f5cf2d" providerId="ADAL" clId="{939FF412-86AB-42A3-A37D-64191BDF4691}" dt="2022-11-13T17:25:23.247" v="5948" actId="20577"/>
          <ac:spMkLst>
            <pc:docMk/>
            <pc:sldMk cId="2704613856" sldId="269"/>
            <ac:spMk id="3" creationId="{34CBA28A-2FC0-5611-C0BE-8FCA7C71A187}"/>
          </ac:spMkLst>
        </pc:spChg>
      </pc:sldChg>
      <pc:sldChg chg="delSp modSp add mod">
        <pc:chgData name="Findlay Copley" userId="6283a733-9867-4989-b502-3d8d61f5cf2d" providerId="ADAL" clId="{939FF412-86AB-42A3-A37D-64191BDF4691}" dt="2022-11-08T18:33:28.303" v="541" actId="207"/>
        <pc:sldMkLst>
          <pc:docMk/>
          <pc:sldMk cId="682696773" sldId="270"/>
        </pc:sldMkLst>
        <pc:spChg chg="mod">
          <ac:chgData name="Findlay Copley" userId="6283a733-9867-4989-b502-3d8d61f5cf2d" providerId="ADAL" clId="{939FF412-86AB-42A3-A37D-64191BDF4691}" dt="2022-11-08T18:32:58.475" v="536" actId="20577"/>
          <ac:spMkLst>
            <pc:docMk/>
            <pc:sldMk cId="682696773" sldId="270"/>
            <ac:spMk id="2" creationId="{28D74254-7F7A-484A-F4F4-4E0AE4CBF628}"/>
          </ac:spMkLst>
        </pc:spChg>
        <pc:spChg chg="mod">
          <ac:chgData name="Findlay Copley" userId="6283a733-9867-4989-b502-3d8d61f5cf2d" providerId="ADAL" clId="{939FF412-86AB-42A3-A37D-64191BDF4691}" dt="2022-11-08T18:33:22.568" v="540" actId="207"/>
          <ac:spMkLst>
            <pc:docMk/>
            <pc:sldMk cId="682696773" sldId="270"/>
            <ac:spMk id="167" creationId="{D1558B2F-659E-C021-B728-790BA21CF743}"/>
          </ac:spMkLst>
        </pc:spChg>
        <pc:spChg chg="mod">
          <ac:chgData name="Findlay Copley" userId="6283a733-9867-4989-b502-3d8d61f5cf2d" providerId="ADAL" clId="{939FF412-86AB-42A3-A37D-64191BDF4691}" dt="2022-11-08T18:33:28.303" v="541" actId="207"/>
          <ac:spMkLst>
            <pc:docMk/>
            <pc:sldMk cId="682696773" sldId="270"/>
            <ac:spMk id="168" creationId="{78AFAB44-B0AA-9D4C-A068-4376BA28F118}"/>
          </ac:spMkLst>
        </pc:spChg>
        <pc:spChg chg="del">
          <ac:chgData name="Findlay Copley" userId="6283a733-9867-4989-b502-3d8d61f5cf2d" providerId="ADAL" clId="{939FF412-86AB-42A3-A37D-64191BDF4691}" dt="2022-11-08T18:33:06.299" v="537" actId="478"/>
          <ac:spMkLst>
            <pc:docMk/>
            <pc:sldMk cId="682696773" sldId="270"/>
            <ac:spMk id="171" creationId="{715F2687-32DE-1764-53CA-7FC20E71282F}"/>
          </ac:spMkLst>
        </pc:spChg>
      </pc:sldChg>
      <pc:sldChg chg="modSp new del mod ord">
        <pc:chgData name="Findlay Copley" userId="6283a733-9867-4989-b502-3d8d61f5cf2d" providerId="ADAL" clId="{939FF412-86AB-42A3-A37D-64191BDF4691}" dt="2022-11-08T16:44:14.546" v="410" actId="2696"/>
        <pc:sldMkLst>
          <pc:docMk/>
          <pc:sldMk cId="1276354012" sldId="270"/>
        </pc:sldMkLst>
        <pc:spChg chg="mod">
          <ac:chgData name="Findlay Copley" userId="6283a733-9867-4989-b502-3d8d61f5cf2d" providerId="ADAL" clId="{939FF412-86AB-42A3-A37D-64191BDF4691}" dt="2022-11-08T15:41:59.667" v="177" actId="6549"/>
          <ac:spMkLst>
            <pc:docMk/>
            <pc:sldMk cId="1276354012" sldId="270"/>
            <ac:spMk id="2" creationId="{39EB1228-5EC1-3A02-1803-68AE501F0128}"/>
          </ac:spMkLst>
        </pc:spChg>
        <pc:spChg chg="mod">
          <ac:chgData name="Findlay Copley" userId="6283a733-9867-4989-b502-3d8d61f5cf2d" providerId="ADAL" clId="{939FF412-86AB-42A3-A37D-64191BDF4691}" dt="2022-11-08T15:43:20.314" v="363" actId="20577"/>
          <ac:spMkLst>
            <pc:docMk/>
            <pc:sldMk cId="1276354012" sldId="270"/>
            <ac:spMk id="3" creationId="{F591228C-3259-7E16-924A-C691C12A456E}"/>
          </ac:spMkLst>
        </pc:spChg>
      </pc:sldChg>
      <pc:sldChg chg="addSp delSp modSp add mod">
        <pc:chgData name="Findlay Copley" userId="6283a733-9867-4989-b502-3d8d61f5cf2d" providerId="ADAL" clId="{939FF412-86AB-42A3-A37D-64191BDF4691}" dt="2022-11-13T17:49:36.407" v="5958" actId="1035"/>
        <pc:sldMkLst>
          <pc:docMk/>
          <pc:sldMk cId="1172229969" sldId="271"/>
        </pc:sldMkLst>
        <pc:spChg chg="mod">
          <ac:chgData name="Findlay Copley" userId="6283a733-9867-4989-b502-3d8d61f5cf2d" providerId="ADAL" clId="{939FF412-86AB-42A3-A37D-64191BDF4691}" dt="2022-11-08T18:35:13.040" v="551" actId="20577"/>
          <ac:spMkLst>
            <pc:docMk/>
            <pc:sldMk cId="1172229969" sldId="271"/>
            <ac:spMk id="2" creationId="{28D74254-7F7A-484A-F4F4-4E0AE4CBF628}"/>
          </ac:spMkLst>
        </pc:spChg>
        <pc:spChg chg="mod">
          <ac:chgData name="Findlay Copley" userId="6283a733-9867-4989-b502-3d8d61f5cf2d" providerId="ADAL" clId="{939FF412-86AB-42A3-A37D-64191BDF4691}" dt="2022-11-10T15:53:12.947" v="1787" actId="164"/>
          <ac:spMkLst>
            <pc:docMk/>
            <pc:sldMk cId="1172229969" sldId="271"/>
            <ac:spMk id="4" creationId="{3299536A-2E06-8732-7D13-177D2A7029A3}"/>
          </ac:spMkLst>
        </pc:spChg>
        <pc:spChg chg="add mod">
          <ac:chgData name="Findlay Copley" userId="6283a733-9867-4989-b502-3d8d61f5cf2d" providerId="ADAL" clId="{939FF412-86AB-42A3-A37D-64191BDF4691}" dt="2022-11-13T17:49:36.407" v="5958" actId="1035"/>
          <ac:spMkLst>
            <pc:docMk/>
            <pc:sldMk cId="1172229969" sldId="271"/>
            <ac:spMk id="55" creationId="{35C00E48-E004-83A8-0B79-E4EDF907A8C3}"/>
          </ac:spMkLst>
        </pc:spChg>
        <pc:spChg chg="add mod">
          <ac:chgData name="Findlay Copley" userId="6283a733-9867-4989-b502-3d8d61f5cf2d" providerId="ADAL" clId="{939FF412-86AB-42A3-A37D-64191BDF4691}" dt="2022-11-13T17:49:23.504" v="5955" actId="1076"/>
          <ac:spMkLst>
            <pc:docMk/>
            <pc:sldMk cId="1172229969" sldId="271"/>
            <ac:spMk id="65" creationId="{E6C76D43-2D0E-78F9-8E2D-C04433B1843D}"/>
          </ac:spMkLst>
        </pc:spChg>
        <pc:spChg chg="mod">
          <ac:chgData name="Findlay Copley" userId="6283a733-9867-4989-b502-3d8d61f5cf2d" providerId="ADAL" clId="{939FF412-86AB-42A3-A37D-64191BDF4691}" dt="2022-11-08T18:35:49.320" v="554" actId="207"/>
          <ac:spMkLst>
            <pc:docMk/>
            <pc:sldMk cId="1172229969" sldId="271"/>
            <ac:spMk id="144" creationId="{0AEFA326-0230-BEA5-48E2-06F085C75F51}"/>
          </ac:spMkLst>
        </pc:spChg>
        <pc:spChg chg="mod">
          <ac:chgData name="Findlay Copley" userId="6283a733-9867-4989-b502-3d8d61f5cf2d" providerId="ADAL" clId="{939FF412-86AB-42A3-A37D-64191BDF4691}" dt="2022-11-08T18:35:49.320" v="554" actId="207"/>
          <ac:spMkLst>
            <pc:docMk/>
            <pc:sldMk cId="1172229969" sldId="271"/>
            <ac:spMk id="145" creationId="{F305FD28-586D-F277-A91E-5507BF367A95}"/>
          </ac:spMkLst>
        </pc:spChg>
        <pc:spChg chg="mod">
          <ac:chgData name="Findlay Copley" userId="6283a733-9867-4989-b502-3d8d61f5cf2d" providerId="ADAL" clId="{939FF412-86AB-42A3-A37D-64191BDF4691}" dt="2022-11-08T18:35:49.320" v="554" actId="207"/>
          <ac:spMkLst>
            <pc:docMk/>
            <pc:sldMk cId="1172229969" sldId="271"/>
            <ac:spMk id="146" creationId="{5CCE4771-6BA8-8137-C44E-E5DB16C12179}"/>
          </ac:spMkLst>
        </pc:spChg>
        <pc:spChg chg="mod">
          <ac:chgData name="Findlay Copley" userId="6283a733-9867-4989-b502-3d8d61f5cf2d" providerId="ADAL" clId="{939FF412-86AB-42A3-A37D-64191BDF4691}" dt="2022-11-08T18:35:49.320" v="554" actId="207"/>
          <ac:spMkLst>
            <pc:docMk/>
            <pc:sldMk cId="1172229969" sldId="271"/>
            <ac:spMk id="148" creationId="{EAFEAA65-1BC2-48A1-463C-77EA3C83C29A}"/>
          </ac:spMkLst>
        </pc:spChg>
        <pc:spChg chg="mod">
          <ac:chgData name="Findlay Copley" userId="6283a733-9867-4989-b502-3d8d61f5cf2d" providerId="ADAL" clId="{939FF412-86AB-42A3-A37D-64191BDF4691}" dt="2022-11-08T18:35:49.320" v="554" actId="207"/>
          <ac:spMkLst>
            <pc:docMk/>
            <pc:sldMk cId="1172229969" sldId="271"/>
            <ac:spMk id="149" creationId="{DFE6C69F-2899-972A-5822-9CF0580705E8}"/>
          </ac:spMkLst>
        </pc:spChg>
        <pc:spChg chg="mod">
          <ac:chgData name="Findlay Copley" userId="6283a733-9867-4989-b502-3d8d61f5cf2d" providerId="ADAL" clId="{939FF412-86AB-42A3-A37D-64191BDF4691}" dt="2022-11-08T18:35:49.320" v="554" actId="207"/>
          <ac:spMkLst>
            <pc:docMk/>
            <pc:sldMk cId="1172229969" sldId="271"/>
            <ac:spMk id="150" creationId="{797395A2-9FFD-50B4-E35A-D420872E6B90}"/>
          </ac:spMkLst>
        </pc:spChg>
        <pc:spChg chg="mod">
          <ac:chgData name="Findlay Copley" userId="6283a733-9867-4989-b502-3d8d61f5cf2d" providerId="ADAL" clId="{939FF412-86AB-42A3-A37D-64191BDF4691}" dt="2022-11-08T18:35:49.320" v="554" actId="207"/>
          <ac:spMkLst>
            <pc:docMk/>
            <pc:sldMk cId="1172229969" sldId="271"/>
            <ac:spMk id="151" creationId="{E1B7B670-29CE-B94D-4C78-870CDD6A79E0}"/>
          </ac:spMkLst>
        </pc:spChg>
        <pc:spChg chg="mod">
          <ac:chgData name="Findlay Copley" userId="6283a733-9867-4989-b502-3d8d61f5cf2d" providerId="ADAL" clId="{939FF412-86AB-42A3-A37D-64191BDF4691}" dt="2022-11-08T18:35:49.320" v="554" actId="207"/>
          <ac:spMkLst>
            <pc:docMk/>
            <pc:sldMk cId="1172229969" sldId="271"/>
            <ac:spMk id="152" creationId="{1EDE136F-F329-6B2F-29BC-55D27C070131}"/>
          </ac:spMkLst>
        </pc:spChg>
        <pc:spChg chg="mod">
          <ac:chgData name="Findlay Copley" userId="6283a733-9867-4989-b502-3d8d61f5cf2d" providerId="ADAL" clId="{939FF412-86AB-42A3-A37D-64191BDF4691}" dt="2022-11-08T18:35:49.320" v="554" actId="207"/>
          <ac:spMkLst>
            <pc:docMk/>
            <pc:sldMk cId="1172229969" sldId="271"/>
            <ac:spMk id="153" creationId="{CC044442-BA28-E152-7990-DB13F7478E49}"/>
          </ac:spMkLst>
        </pc:spChg>
        <pc:spChg chg="mod">
          <ac:chgData name="Findlay Copley" userId="6283a733-9867-4989-b502-3d8d61f5cf2d" providerId="ADAL" clId="{939FF412-86AB-42A3-A37D-64191BDF4691}" dt="2022-11-08T18:35:49.320" v="554" actId="207"/>
          <ac:spMkLst>
            <pc:docMk/>
            <pc:sldMk cId="1172229969" sldId="271"/>
            <ac:spMk id="154" creationId="{4891B5AA-7FE7-34AE-E910-939894FE1EC4}"/>
          </ac:spMkLst>
        </pc:spChg>
        <pc:spChg chg="mod">
          <ac:chgData name="Findlay Copley" userId="6283a733-9867-4989-b502-3d8d61f5cf2d" providerId="ADAL" clId="{939FF412-86AB-42A3-A37D-64191BDF4691}" dt="2022-11-08T18:35:49.320" v="554" actId="207"/>
          <ac:spMkLst>
            <pc:docMk/>
            <pc:sldMk cId="1172229969" sldId="271"/>
            <ac:spMk id="155" creationId="{58C2389C-A9EF-8ED2-C281-F16FDAD733DE}"/>
          </ac:spMkLst>
        </pc:spChg>
        <pc:spChg chg="mod">
          <ac:chgData name="Findlay Copley" userId="6283a733-9867-4989-b502-3d8d61f5cf2d" providerId="ADAL" clId="{939FF412-86AB-42A3-A37D-64191BDF4691}" dt="2022-11-08T18:35:49.320" v="554" actId="207"/>
          <ac:spMkLst>
            <pc:docMk/>
            <pc:sldMk cId="1172229969" sldId="271"/>
            <ac:spMk id="156" creationId="{54005913-D512-2441-C08A-5CEDC77F918C}"/>
          </ac:spMkLst>
        </pc:spChg>
        <pc:spChg chg="mod">
          <ac:chgData name="Findlay Copley" userId="6283a733-9867-4989-b502-3d8d61f5cf2d" providerId="ADAL" clId="{939FF412-86AB-42A3-A37D-64191BDF4691}" dt="2022-11-08T18:35:49.320" v="554" actId="207"/>
          <ac:spMkLst>
            <pc:docMk/>
            <pc:sldMk cId="1172229969" sldId="271"/>
            <ac:spMk id="157" creationId="{C1BA9C31-44BB-B1AA-41D0-24EB92AD1E28}"/>
          </ac:spMkLst>
        </pc:spChg>
        <pc:spChg chg="mod">
          <ac:chgData name="Findlay Copley" userId="6283a733-9867-4989-b502-3d8d61f5cf2d" providerId="ADAL" clId="{939FF412-86AB-42A3-A37D-64191BDF4691}" dt="2022-11-08T18:35:49.320" v="554" actId="207"/>
          <ac:spMkLst>
            <pc:docMk/>
            <pc:sldMk cId="1172229969" sldId="271"/>
            <ac:spMk id="158" creationId="{4BE96B19-9903-4537-9473-A7562255247E}"/>
          </ac:spMkLst>
        </pc:spChg>
        <pc:spChg chg="mod">
          <ac:chgData name="Findlay Copley" userId="6283a733-9867-4989-b502-3d8d61f5cf2d" providerId="ADAL" clId="{939FF412-86AB-42A3-A37D-64191BDF4691}" dt="2022-11-08T18:35:49.320" v="554" actId="207"/>
          <ac:spMkLst>
            <pc:docMk/>
            <pc:sldMk cId="1172229969" sldId="271"/>
            <ac:spMk id="159" creationId="{E9A0C563-BF2C-87F8-5718-D3936A506BCD}"/>
          </ac:spMkLst>
        </pc:spChg>
        <pc:spChg chg="mod">
          <ac:chgData name="Findlay Copley" userId="6283a733-9867-4989-b502-3d8d61f5cf2d" providerId="ADAL" clId="{939FF412-86AB-42A3-A37D-64191BDF4691}" dt="2022-11-08T18:35:49.320" v="554" actId="207"/>
          <ac:spMkLst>
            <pc:docMk/>
            <pc:sldMk cId="1172229969" sldId="271"/>
            <ac:spMk id="160" creationId="{C1BAB3E4-0B9D-76B7-9CC1-BCC7B76F03CE}"/>
          </ac:spMkLst>
        </pc:spChg>
        <pc:spChg chg="mod">
          <ac:chgData name="Findlay Copley" userId="6283a733-9867-4989-b502-3d8d61f5cf2d" providerId="ADAL" clId="{939FF412-86AB-42A3-A37D-64191BDF4691}" dt="2022-11-08T18:35:49.320" v="554" actId="207"/>
          <ac:spMkLst>
            <pc:docMk/>
            <pc:sldMk cId="1172229969" sldId="271"/>
            <ac:spMk id="161" creationId="{9D9DB1F7-513B-3DFD-9624-C4533A70D7AA}"/>
          </ac:spMkLst>
        </pc:spChg>
        <pc:spChg chg="mod">
          <ac:chgData name="Findlay Copley" userId="6283a733-9867-4989-b502-3d8d61f5cf2d" providerId="ADAL" clId="{939FF412-86AB-42A3-A37D-64191BDF4691}" dt="2022-11-08T18:35:49.320" v="554" actId="207"/>
          <ac:spMkLst>
            <pc:docMk/>
            <pc:sldMk cId="1172229969" sldId="271"/>
            <ac:spMk id="162" creationId="{3BE92736-C003-9649-C1E3-D6BF78142C49}"/>
          </ac:spMkLst>
        </pc:spChg>
        <pc:spChg chg="mod">
          <ac:chgData name="Findlay Copley" userId="6283a733-9867-4989-b502-3d8d61f5cf2d" providerId="ADAL" clId="{939FF412-86AB-42A3-A37D-64191BDF4691}" dt="2022-11-08T18:35:49.320" v="554" actId="207"/>
          <ac:spMkLst>
            <pc:docMk/>
            <pc:sldMk cId="1172229969" sldId="271"/>
            <ac:spMk id="163" creationId="{DF76C54C-BEB2-6468-4B4D-DFE1DD7C85DF}"/>
          </ac:spMkLst>
        </pc:spChg>
        <pc:spChg chg="mod">
          <ac:chgData name="Findlay Copley" userId="6283a733-9867-4989-b502-3d8d61f5cf2d" providerId="ADAL" clId="{939FF412-86AB-42A3-A37D-64191BDF4691}" dt="2022-11-08T18:35:49.320" v="554" actId="207"/>
          <ac:spMkLst>
            <pc:docMk/>
            <pc:sldMk cId="1172229969" sldId="271"/>
            <ac:spMk id="164" creationId="{C5B5CD27-24F2-EDF2-37F5-4541467FEA98}"/>
          </ac:spMkLst>
        </pc:spChg>
        <pc:spChg chg="mod">
          <ac:chgData name="Findlay Copley" userId="6283a733-9867-4989-b502-3d8d61f5cf2d" providerId="ADAL" clId="{939FF412-86AB-42A3-A37D-64191BDF4691}" dt="2022-11-08T18:35:49.320" v="554" actId="207"/>
          <ac:spMkLst>
            <pc:docMk/>
            <pc:sldMk cId="1172229969" sldId="271"/>
            <ac:spMk id="167" creationId="{D1558B2F-659E-C021-B728-790BA21CF743}"/>
          </ac:spMkLst>
        </pc:spChg>
        <pc:spChg chg="del">
          <ac:chgData name="Findlay Copley" userId="6283a733-9867-4989-b502-3d8d61f5cf2d" providerId="ADAL" clId="{939FF412-86AB-42A3-A37D-64191BDF4691}" dt="2022-11-13T17:49:17.116" v="5953" actId="478"/>
          <ac:spMkLst>
            <pc:docMk/>
            <pc:sldMk cId="1172229969" sldId="271"/>
            <ac:spMk id="168" creationId="{78AFAB44-B0AA-9D4C-A068-4376BA28F118}"/>
          </ac:spMkLst>
        </pc:spChg>
        <pc:spChg chg="mod">
          <ac:chgData name="Findlay Copley" userId="6283a733-9867-4989-b502-3d8d61f5cf2d" providerId="ADAL" clId="{939FF412-86AB-42A3-A37D-64191BDF4691}" dt="2022-11-10T15:53:12.947" v="1787" actId="164"/>
          <ac:spMkLst>
            <pc:docMk/>
            <pc:sldMk cId="1172229969" sldId="271"/>
            <ac:spMk id="170" creationId="{9FB0AC20-DD3F-2D25-B684-720EEB7040E1}"/>
          </ac:spMkLst>
        </pc:spChg>
        <pc:spChg chg="mod">
          <ac:chgData name="Findlay Copley" userId="6283a733-9867-4989-b502-3d8d61f5cf2d" providerId="ADAL" clId="{939FF412-86AB-42A3-A37D-64191BDF4691}" dt="2022-11-08T18:35:53.926" v="555" actId="14100"/>
          <ac:spMkLst>
            <pc:docMk/>
            <pc:sldMk cId="1172229969" sldId="271"/>
            <ac:spMk id="173" creationId="{62B77857-AC9D-8C13-3F96-642EEAFB4DC8}"/>
          </ac:spMkLst>
        </pc:spChg>
        <pc:grpChg chg="add del mod">
          <ac:chgData name="Findlay Copley" userId="6283a733-9867-4989-b502-3d8d61f5cf2d" providerId="ADAL" clId="{939FF412-86AB-42A3-A37D-64191BDF4691}" dt="2022-11-10T15:53:13.947" v="1789" actId="21"/>
          <ac:grpSpMkLst>
            <pc:docMk/>
            <pc:sldMk cId="1172229969" sldId="271"/>
            <ac:grpSpMk id="8" creationId="{5105F909-97E6-6698-3C4F-32A8FBE39027}"/>
          </ac:grpSpMkLst>
        </pc:grpChg>
        <pc:grpChg chg="mod">
          <ac:chgData name="Findlay Copley" userId="6283a733-9867-4989-b502-3d8d61f5cf2d" providerId="ADAL" clId="{939FF412-86AB-42A3-A37D-64191BDF4691}" dt="2022-11-10T15:53:12.947" v="1787" actId="164"/>
          <ac:grpSpMkLst>
            <pc:docMk/>
            <pc:sldMk cId="1172229969" sldId="271"/>
            <ac:grpSpMk id="71" creationId="{56658909-F799-5034-49CF-ED7681BEDDAA}"/>
          </ac:grpSpMkLst>
        </pc:grpChg>
        <pc:grpChg chg="mod">
          <ac:chgData name="Findlay Copley" userId="6283a733-9867-4989-b502-3d8d61f5cf2d" providerId="ADAL" clId="{939FF412-86AB-42A3-A37D-64191BDF4691}" dt="2022-11-08T18:35:18.303" v="553" actId="1076"/>
          <ac:grpSpMkLst>
            <pc:docMk/>
            <pc:sldMk cId="1172229969" sldId="271"/>
            <ac:grpSpMk id="143" creationId="{992BB483-4E71-63DC-8385-DF5908674529}"/>
          </ac:grpSpMkLst>
        </pc:grpChg>
      </pc:sldChg>
      <pc:sldChg chg="modSp new del mod">
        <pc:chgData name="Findlay Copley" userId="6283a733-9867-4989-b502-3d8d61f5cf2d" providerId="ADAL" clId="{939FF412-86AB-42A3-A37D-64191BDF4691}" dt="2022-11-13T17:48:23.215" v="5952" actId="2696"/>
        <pc:sldMkLst>
          <pc:docMk/>
          <pc:sldMk cId="3190812025" sldId="272"/>
        </pc:sldMkLst>
        <pc:spChg chg="mod">
          <ac:chgData name="Findlay Copley" userId="6283a733-9867-4989-b502-3d8d61f5cf2d" providerId="ADAL" clId="{939FF412-86AB-42A3-A37D-64191BDF4691}" dt="2022-11-08T18:36:34.256" v="569" actId="20577"/>
          <ac:spMkLst>
            <pc:docMk/>
            <pc:sldMk cId="3190812025" sldId="272"/>
            <ac:spMk id="2" creationId="{1FE23131-F7B4-DB92-A868-D2FFE0F42CDB}"/>
          </ac:spMkLst>
        </pc:spChg>
      </pc:sldChg>
      <pc:sldChg chg="modSp new mod modAnim">
        <pc:chgData name="Findlay Copley" userId="6283a733-9867-4989-b502-3d8d61f5cf2d" providerId="ADAL" clId="{939FF412-86AB-42A3-A37D-64191BDF4691}" dt="2022-11-13T17:18:04.212" v="5289" actId="20577"/>
        <pc:sldMkLst>
          <pc:docMk/>
          <pc:sldMk cId="444381335" sldId="273"/>
        </pc:sldMkLst>
        <pc:spChg chg="mod">
          <ac:chgData name="Findlay Copley" userId="6283a733-9867-4989-b502-3d8d61f5cf2d" providerId="ADAL" clId="{939FF412-86AB-42A3-A37D-64191BDF4691}" dt="2022-11-13T17:05:05.749" v="4961" actId="20577"/>
          <ac:spMkLst>
            <pc:docMk/>
            <pc:sldMk cId="444381335" sldId="273"/>
            <ac:spMk id="2" creationId="{916FEEDC-6C60-9DCB-2787-14E7D1C88F00}"/>
          </ac:spMkLst>
        </pc:spChg>
        <pc:spChg chg="mod">
          <ac:chgData name="Findlay Copley" userId="6283a733-9867-4989-b502-3d8d61f5cf2d" providerId="ADAL" clId="{939FF412-86AB-42A3-A37D-64191BDF4691}" dt="2022-11-13T17:18:04.212" v="5289" actId="20577"/>
          <ac:spMkLst>
            <pc:docMk/>
            <pc:sldMk cId="444381335" sldId="273"/>
            <ac:spMk id="3" creationId="{433DFDEE-D6FF-A3FC-2C45-033C3F12285B}"/>
          </ac:spMkLst>
        </pc:spChg>
      </pc:sldChg>
      <pc:sldChg chg="modSp add mod modAnim">
        <pc:chgData name="Findlay Copley" userId="6283a733-9867-4989-b502-3d8d61f5cf2d" providerId="ADAL" clId="{939FF412-86AB-42A3-A37D-64191BDF4691}" dt="2022-11-13T16:58:24.160" v="4752"/>
        <pc:sldMkLst>
          <pc:docMk/>
          <pc:sldMk cId="3247907829" sldId="274"/>
        </pc:sldMkLst>
        <pc:spChg chg="mod">
          <ac:chgData name="Findlay Copley" userId="6283a733-9867-4989-b502-3d8d61f5cf2d" providerId="ADAL" clId="{939FF412-86AB-42A3-A37D-64191BDF4691}" dt="2022-11-10T17:04:03.233" v="3575" actId="20577"/>
          <ac:spMkLst>
            <pc:docMk/>
            <pc:sldMk cId="3247907829" sldId="274"/>
            <ac:spMk id="2" creationId="{916FEEDC-6C60-9DCB-2787-14E7D1C88F00}"/>
          </ac:spMkLst>
        </pc:spChg>
        <pc:spChg chg="mod">
          <ac:chgData name="Findlay Copley" userId="6283a733-9867-4989-b502-3d8d61f5cf2d" providerId="ADAL" clId="{939FF412-86AB-42A3-A37D-64191BDF4691}" dt="2022-11-10T17:25:05.591" v="4239" actId="6549"/>
          <ac:spMkLst>
            <pc:docMk/>
            <pc:sldMk cId="3247907829" sldId="274"/>
            <ac:spMk id="3" creationId="{433DFDEE-D6FF-A3FC-2C45-033C3F12285B}"/>
          </ac:spMkLst>
        </pc:spChg>
      </pc:sldChg>
      <pc:sldChg chg="addSp delSp modSp new mod modAnim">
        <pc:chgData name="Findlay Copley" userId="6283a733-9867-4989-b502-3d8d61f5cf2d" providerId="ADAL" clId="{939FF412-86AB-42A3-A37D-64191BDF4691}" dt="2022-11-13T16:58:41.522" v="4756"/>
        <pc:sldMkLst>
          <pc:docMk/>
          <pc:sldMk cId="2000866235" sldId="275"/>
        </pc:sldMkLst>
        <pc:spChg chg="mod">
          <ac:chgData name="Findlay Copley" userId="6283a733-9867-4989-b502-3d8d61f5cf2d" providerId="ADAL" clId="{939FF412-86AB-42A3-A37D-64191BDF4691}" dt="2022-11-10T16:49:29.307" v="2339" actId="20577"/>
          <ac:spMkLst>
            <pc:docMk/>
            <pc:sldMk cId="2000866235" sldId="275"/>
            <ac:spMk id="2" creationId="{C3EA7FAE-77CD-6241-2BB5-2773C33D5301}"/>
          </ac:spMkLst>
        </pc:spChg>
        <pc:spChg chg="del">
          <ac:chgData name="Findlay Copley" userId="6283a733-9867-4989-b502-3d8d61f5cf2d" providerId="ADAL" clId="{939FF412-86AB-42A3-A37D-64191BDF4691}" dt="2022-11-10T16:47:04.324" v="2201" actId="3680"/>
          <ac:spMkLst>
            <pc:docMk/>
            <pc:sldMk cId="2000866235" sldId="275"/>
            <ac:spMk id="3" creationId="{FBAA393A-F7AD-C4C4-FAB2-AE663627B05F}"/>
          </ac:spMkLst>
        </pc:spChg>
        <pc:spChg chg="add mod">
          <ac:chgData name="Findlay Copley" userId="6283a733-9867-4989-b502-3d8d61f5cf2d" providerId="ADAL" clId="{939FF412-86AB-42A3-A37D-64191BDF4691}" dt="2022-11-10T16:52:30.323" v="2963" actId="20577"/>
          <ac:spMkLst>
            <pc:docMk/>
            <pc:sldMk cId="2000866235" sldId="275"/>
            <ac:spMk id="6" creationId="{AAAFD028-1AD0-2E26-C23A-C23EAAA4F103}"/>
          </ac:spMkLst>
        </pc:spChg>
        <pc:graphicFrameChg chg="add del mod ord modGraphic">
          <ac:chgData name="Findlay Copley" userId="6283a733-9867-4989-b502-3d8d61f5cf2d" providerId="ADAL" clId="{939FF412-86AB-42A3-A37D-64191BDF4691}" dt="2022-11-10T16:47:21.750" v="2212" actId="478"/>
          <ac:graphicFrameMkLst>
            <pc:docMk/>
            <pc:sldMk cId="2000866235" sldId="275"/>
            <ac:graphicFrameMk id="4" creationId="{A365ED19-2AF9-6AF7-16F6-5973825406E8}"/>
          </ac:graphicFrameMkLst>
        </pc:graphicFrameChg>
      </pc:sldChg>
      <pc:sldChg chg="modSp new mod modAnim">
        <pc:chgData name="Findlay Copley" userId="6283a733-9867-4989-b502-3d8d61f5cf2d" providerId="ADAL" clId="{939FF412-86AB-42A3-A37D-64191BDF4691}" dt="2022-11-13T17:50:13.459" v="5959" actId="6549"/>
        <pc:sldMkLst>
          <pc:docMk/>
          <pc:sldMk cId="4101565554" sldId="276"/>
        </pc:sldMkLst>
        <pc:spChg chg="mod">
          <ac:chgData name="Findlay Copley" userId="6283a733-9867-4989-b502-3d8d61f5cf2d" providerId="ADAL" clId="{939FF412-86AB-42A3-A37D-64191BDF4691}" dt="2022-11-10T15:42:30.713" v="899" actId="20577"/>
          <ac:spMkLst>
            <pc:docMk/>
            <pc:sldMk cId="4101565554" sldId="276"/>
            <ac:spMk id="2" creationId="{AF0742F5-9AFF-25C7-3D21-BFD11CD35B11}"/>
          </ac:spMkLst>
        </pc:spChg>
        <pc:spChg chg="mod">
          <ac:chgData name="Findlay Copley" userId="6283a733-9867-4989-b502-3d8d61f5cf2d" providerId="ADAL" clId="{939FF412-86AB-42A3-A37D-64191BDF4691}" dt="2022-11-13T17:50:13.459" v="5959" actId="6549"/>
          <ac:spMkLst>
            <pc:docMk/>
            <pc:sldMk cId="4101565554" sldId="276"/>
            <ac:spMk id="3" creationId="{D55AB9FD-1A75-DDDF-1FDC-B9D02A4086D6}"/>
          </ac:spMkLst>
        </pc:spChg>
      </pc:sldChg>
      <pc:sldChg chg="addSp delSp modSp new mod modAnim">
        <pc:chgData name="Findlay Copley" userId="6283a733-9867-4989-b502-3d8d61f5cf2d" providerId="ADAL" clId="{939FF412-86AB-42A3-A37D-64191BDF4691}" dt="2022-11-10T16:46:02.654" v="2199"/>
        <pc:sldMkLst>
          <pc:docMk/>
          <pc:sldMk cId="4271937562" sldId="277"/>
        </pc:sldMkLst>
        <pc:spChg chg="mod">
          <ac:chgData name="Findlay Copley" userId="6283a733-9867-4989-b502-3d8d61f5cf2d" providerId="ADAL" clId="{939FF412-86AB-42A3-A37D-64191BDF4691}" dt="2022-11-10T15:44:04.698" v="1247" actId="20577"/>
          <ac:spMkLst>
            <pc:docMk/>
            <pc:sldMk cId="4271937562" sldId="277"/>
            <ac:spMk id="2" creationId="{9D108599-2E0E-2A74-3174-857618EA08E9}"/>
          </ac:spMkLst>
        </pc:spChg>
        <pc:spChg chg="mod">
          <ac:chgData name="Findlay Copley" userId="6283a733-9867-4989-b502-3d8d61f5cf2d" providerId="ADAL" clId="{939FF412-86AB-42A3-A37D-64191BDF4691}" dt="2022-11-10T15:51:22.073" v="1772" actId="20577"/>
          <ac:spMkLst>
            <pc:docMk/>
            <pc:sldMk cId="4271937562" sldId="277"/>
            <ac:spMk id="3" creationId="{02D14175-7D9D-3AAA-67DF-5E44A6C02DBE}"/>
          </ac:spMkLst>
        </pc:spChg>
        <pc:spChg chg="del mod topLvl">
          <ac:chgData name="Findlay Copley" userId="6283a733-9867-4989-b502-3d8d61f5cf2d" providerId="ADAL" clId="{939FF412-86AB-42A3-A37D-64191BDF4691}" dt="2022-11-10T15:53:06.546" v="1786" actId="478"/>
          <ac:spMkLst>
            <pc:docMk/>
            <pc:sldMk cId="4271937562" sldId="277"/>
            <ac:spMk id="5" creationId="{3A0BD4E7-E1B2-3BC1-6032-BECB543BDF13}"/>
          </ac:spMkLst>
        </pc:spChg>
        <pc:spChg chg="del mod topLvl">
          <ac:chgData name="Findlay Copley" userId="6283a733-9867-4989-b502-3d8d61f5cf2d" providerId="ADAL" clId="{939FF412-86AB-42A3-A37D-64191BDF4691}" dt="2022-11-10T15:53:06.546" v="1786" actId="478"/>
          <ac:spMkLst>
            <pc:docMk/>
            <pc:sldMk cId="4271937562" sldId="277"/>
            <ac:spMk id="6" creationId="{89189435-67FB-9D61-2F44-C25419C1CB64}"/>
          </ac:spMkLst>
        </pc:spChg>
        <pc:spChg chg="del mod topLvl">
          <ac:chgData name="Findlay Copley" userId="6283a733-9867-4989-b502-3d8d61f5cf2d" providerId="ADAL" clId="{939FF412-86AB-42A3-A37D-64191BDF4691}" dt="2022-11-10T15:53:06.546" v="1786" actId="478"/>
          <ac:spMkLst>
            <pc:docMk/>
            <pc:sldMk cId="4271937562" sldId="277"/>
            <ac:spMk id="7" creationId="{F5DA23DD-99A4-0097-653A-EFDC3B8E2885}"/>
          </ac:spMkLst>
        </pc:spChg>
        <pc:spChg chg="del mod topLvl">
          <ac:chgData name="Findlay Copley" userId="6283a733-9867-4989-b502-3d8d61f5cf2d" providerId="ADAL" clId="{939FF412-86AB-42A3-A37D-64191BDF4691}" dt="2022-11-10T15:52:13.605" v="1777" actId="478"/>
          <ac:spMkLst>
            <pc:docMk/>
            <pc:sldMk cId="4271937562" sldId="277"/>
            <ac:spMk id="8" creationId="{1ABB8C81-E958-0EAA-735F-7BAB82F2436D}"/>
          </ac:spMkLst>
        </pc:spChg>
        <pc:spChg chg="del mod topLvl">
          <ac:chgData name="Findlay Copley" userId="6283a733-9867-4989-b502-3d8d61f5cf2d" providerId="ADAL" clId="{939FF412-86AB-42A3-A37D-64191BDF4691}" dt="2022-11-10T15:52:13.605" v="1777" actId="478"/>
          <ac:spMkLst>
            <pc:docMk/>
            <pc:sldMk cId="4271937562" sldId="277"/>
            <ac:spMk id="9" creationId="{6D6A0742-51F8-3B74-6F28-3BD01230F928}"/>
          </ac:spMkLst>
        </pc:spChg>
        <pc:spChg chg="del mod topLvl">
          <ac:chgData name="Findlay Copley" userId="6283a733-9867-4989-b502-3d8d61f5cf2d" providerId="ADAL" clId="{939FF412-86AB-42A3-A37D-64191BDF4691}" dt="2022-11-10T15:52:13.605" v="1777" actId="478"/>
          <ac:spMkLst>
            <pc:docMk/>
            <pc:sldMk cId="4271937562" sldId="277"/>
            <ac:spMk id="10" creationId="{50BD0BFA-989C-7844-178B-6F3F028A4362}"/>
          </ac:spMkLst>
        </pc:spChg>
        <pc:spChg chg="del mod topLvl">
          <ac:chgData name="Findlay Copley" userId="6283a733-9867-4989-b502-3d8d61f5cf2d" providerId="ADAL" clId="{939FF412-86AB-42A3-A37D-64191BDF4691}" dt="2022-11-10T15:52:13.605" v="1777" actId="478"/>
          <ac:spMkLst>
            <pc:docMk/>
            <pc:sldMk cId="4271937562" sldId="277"/>
            <ac:spMk id="11" creationId="{CBAB415F-E531-1B29-5BF7-AB3DFDC0E1E6}"/>
          </ac:spMkLst>
        </pc:spChg>
        <pc:spChg chg="del mod topLvl">
          <ac:chgData name="Findlay Copley" userId="6283a733-9867-4989-b502-3d8d61f5cf2d" providerId="ADAL" clId="{939FF412-86AB-42A3-A37D-64191BDF4691}" dt="2022-11-10T15:52:13.605" v="1777" actId="478"/>
          <ac:spMkLst>
            <pc:docMk/>
            <pc:sldMk cId="4271937562" sldId="277"/>
            <ac:spMk id="12" creationId="{A383795E-E94D-D3F4-52E5-3131D929024B}"/>
          </ac:spMkLst>
        </pc:spChg>
        <pc:spChg chg="del mod topLvl">
          <ac:chgData name="Findlay Copley" userId="6283a733-9867-4989-b502-3d8d61f5cf2d" providerId="ADAL" clId="{939FF412-86AB-42A3-A37D-64191BDF4691}" dt="2022-11-10T15:52:13.605" v="1777" actId="478"/>
          <ac:spMkLst>
            <pc:docMk/>
            <pc:sldMk cId="4271937562" sldId="277"/>
            <ac:spMk id="13" creationId="{A380452D-A13D-0105-964C-A6693095BE5F}"/>
          </ac:spMkLst>
        </pc:spChg>
        <pc:spChg chg="del mod topLvl">
          <ac:chgData name="Findlay Copley" userId="6283a733-9867-4989-b502-3d8d61f5cf2d" providerId="ADAL" clId="{939FF412-86AB-42A3-A37D-64191BDF4691}" dt="2022-11-10T15:52:13.605" v="1777" actId="478"/>
          <ac:spMkLst>
            <pc:docMk/>
            <pc:sldMk cId="4271937562" sldId="277"/>
            <ac:spMk id="14" creationId="{0EC9B5B0-E05B-86FF-FCE4-5166462D9749}"/>
          </ac:spMkLst>
        </pc:spChg>
        <pc:spChg chg="del mod topLvl">
          <ac:chgData name="Findlay Copley" userId="6283a733-9867-4989-b502-3d8d61f5cf2d" providerId="ADAL" clId="{939FF412-86AB-42A3-A37D-64191BDF4691}" dt="2022-11-10T15:53:06.546" v="1786" actId="478"/>
          <ac:spMkLst>
            <pc:docMk/>
            <pc:sldMk cId="4271937562" sldId="277"/>
            <ac:spMk id="15" creationId="{CCA01E92-65F3-0C9F-D3C2-CEA26282425C}"/>
          </ac:spMkLst>
        </pc:spChg>
        <pc:spChg chg="del mod topLvl">
          <ac:chgData name="Findlay Copley" userId="6283a733-9867-4989-b502-3d8d61f5cf2d" providerId="ADAL" clId="{939FF412-86AB-42A3-A37D-64191BDF4691}" dt="2022-11-10T15:52:13.605" v="1777" actId="478"/>
          <ac:spMkLst>
            <pc:docMk/>
            <pc:sldMk cId="4271937562" sldId="277"/>
            <ac:spMk id="16" creationId="{61074288-FF12-58FD-4166-8D35E024E5FE}"/>
          </ac:spMkLst>
        </pc:spChg>
        <pc:spChg chg="del mod topLvl">
          <ac:chgData name="Findlay Copley" userId="6283a733-9867-4989-b502-3d8d61f5cf2d" providerId="ADAL" clId="{939FF412-86AB-42A3-A37D-64191BDF4691}" dt="2022-11-10T15:52:13.605" v="1777" actId="478"/>
          <ac:spMkLst>
            <pc:docMk/>
            <pc:sldMk cId="4271937562" sldId="277"/>
            <ac:spMk id="17" creationId="{2F26C0DA-E0D9-BF41-4345-4034140AD428}"/>
          </ac:spMkLst>
        </pc:spChg>
        <pc:spChg chg="del mod topLvl">
          <ac:chgData name="Findlay Copley" userId="6283a733-9867-4989-b502-3d8d61f5cf2d" providerId="ADAL" clId="{939FF412-86AB-42A3-A37D-64191BDF4691}" dt="2022-11-10T15:53:06.546" v="1786" actId="478"/>
          <ac:spMkLst>
            <pc:docMk/>
            <pc:sldMk cId="4271937562" sldId="277"/>
            <ac:spMk id="18" creationId="{472E03C3-271D-3B76-21BD-FE53632A9887}"/>
          </ac:spMkLst>
        </pc:spChg>
        <pc:spChg chg="del mod topLvl">
          <ac:chgData name="Findlay Copley" userId="6283a733-9867-4989-b502-3d8d61f5cf2d" providerId="ADAL" clId="{939FF412-86AB-42A3-A37D-64191BDF4691}" dt="2022-11-10T15:52:13.605" v="1777" actId="478"/>
          <ac:spMkLst>
            <pc:docMk/>
            <pc:sldMk cId="4271937562" sldId="277"/>
            <ac:spMk id="19" creationId="{6AA02AD9-A317-D3CE-C748-4413391C4BB8}"/>
          </ac:spMkLst>
        </pc:spChg>
        <pc:spChg chg="del mod topLvl">
          <ac:chgData name="Findlay Copley" userId="6283a733-9867-4989-b502-3d8d61f5cf2d" providerId="ADAL" clId="{939FF412-86AB-42A3-A37D-64191BDF4691}" dt="2022-11-10T15:52:13.605" v="1777" actId="478"/>
          <ac:spMkLst>
            <pc:docMk/>
            <pc:sldMk cId="4271937562" sldId="277"/>
            <ac:spMk id="20" creationId="{39255769-CB14-1FDE-8320-249721D45834}"/>
          </ac:spMkLst>
        </pc:spChg>
        <pc:spChg chg="del mod topLvl">
          <ac:chgData name="Findlay Copley" userId="6283a733-9867-4989-b502-3d8d61f5cf2d" providerId="ADAL" clId="{939FF412-86AB-42A3-A37D-64191BDF4691}" dt="2022-11-10T15:52:13.605" v="1777" actId="478"/>
          <ac:spMkLst>
            <pc:docMk/>
            <pc:sldMk cId="4271937562" sldId="277"/>
            <ac:spMk id="21" creationId="{4EBE4AE9-9848-0927-8B57-5376515D6A67}"/>
          </ac:spMkLst>
        </pc:spChg>
        <pc:spChg chg="del mod topLvl">
          <ac:chgData name="Findlay Copley" userId="6283a733-9867-4989-b502-3d8d61f5cf2d" providerId="ADAL" clId="{939FF412-86AB-42A3-A37D-64191BDF4691}" dt="2022-11-10T15:53:06.546" v="1786" actId="478"/>
          <ac:spMkLst>
            <pc:docMk/>
            <pc:sldMk cId="4271937562" sldId="277"/>
            <ac:spMk id="22" creationId="{57221652-7AF6-8907-41C5-BC25BCC9ED1D}"/>
          </ac:spMkLst>
        </pc:spChg>
        <pc:spChg chg="del mod topLvl">
          <ac:chgData name="Findlay Copley" userId="6283a733-9867-4989-b502-3d8d61f5cf2d" providerId="ADAL" clId="{939FF412-86AB-42A3-A37D-64191BDF4691}" dt="2022-11-10T15:52:13.605" v="1777" actId="478"/>
          <ac:spMkLst>
            <pc:docMk/>
            <pc:sldMk cId="4271937562" sldId="277"/>
            <ac:spMk id="23" creationId="{7A3DE075-D077-1CF9-869D-81BDAC33782E}"/>
          </ac:spMkLst>
        </pc:spChg>
        <pc:spChg chg="del mod topLvl">
          <ac:chgData name="Findlay Copley" userId="6283a733-9867-4989-b502-3d8d61f5cf2d" providerId="ADAL" clId="{939FF412-86AB-42A3-A37D-64191BDF4691}" dt="2022-11-10T15:52:13.605" v="1777" actId="478"/>
          <ac:spMkLst>
            <pc:docMk/>
            <pc:sldMk cId="4271937562" sldId="277"/>
            <ac:spMk id="24" creationId="{6ABE0790-E5F2-248D-BF80-5438191A3C02}"/>
          </ac:spMkLst>
        </pc:spChg>
        <pc:grpChg chg="add del mod">
          <ac:chgData name="Findlay Copley" userId="6283a733-9867-4989-b502-3d8d61f5cf2d" providerId="ADAL" clId="{939FF412-86AB-42A3-A37D-64191BDF4691}" dt="2022-11-10T15:51:59.373" v="1776" actId="165"/>
          <ac:grpSpMkLst>
            <pc:docMk/>
            <pc:sldMk cId="4271937562" sldId="277"/>
            <ac:grpSpMk id="4" creationId="{8D3AC9E9-BF5D-38A5-8871-70020EFD643B}"/>
          </ac:grpSpMkLst>
        </pc:grpChg>
      </pc:sldChg>
      <pc:sldChg chg="addSp delSp modSp new mod modAnim">
        <pc:chgData name="Findlay Copley" userId="6283a733-9867-4989-b502-3d8d61f5cf2d" providerId="ADAL" clId="{939FF412-86AB-42A3-A37D-64191BDF4691}" dt="2022-11-13T17:50:56.613" v="5961"/>
        <pc:sldMkLst>
          <pc:docMk/>
          <pc:sldMk cId="2091550303" sldId="278"/>
        </pc:sldMkLst>
        <pc:spChg chg="mod">
          <ac:chgData name="Findlay Copley" userId="6283a733-9867-4989-b502-3d8d61f5cf2d" providerId="ADAL" clId="{939FF412-86AB-42A3-A37D-64191BDF4691}" dt="2022-11-10T15:53:28.375" v="1813" actId="20577"/>
          <ac:spMkLst>
            <pc:docMk/>
            <pc:sldMk cId="2091550303" sldId="278"/>
            <ac:spMk id="2" creationId="{EC4C9615-5FE5-16E6-EAAC-9A89EEB9CB5D}"/>
          </ac:spMkLst>
        </pc:spChg>
        <pc:spChg chg="del">
          <ac:chgData name="Findlay Copley" userId="6283a733-9867-4989-b502-3d8d61f5cf2d" providerId="ADAL" clId="{939FF412-86AB-42A3-A37D-64191BDF4691}" dt="2022-11-10T15:53:21.073" v="1791" actId="478"/>
          <ac:spMkLst>
            <pc:docMk/>
            <pc:sldMk cId="2091550303" sldId="278"/>
            <ac:spMk id="3" creationId="{22DED99C-6740-BEE6-95A9-1F5E4E6E028F}"/>
          </ac:spMkLst>
        </pc:spChg>
        <pc:spChg chg="del mod topLvl">
          <ac:chgData name="Findlay Copley" userId="6283a733-9867-4989-b502-3d8d61f5cf2d" providerId="ADAL" clId="{939FF412-86AB-42A3-A37D-64191BDF4691}" dt="2022-11-10T15:53:43.371" v="1819" actId="478"/>
          <ac:spMkLst>
            <pc:docMk/>
            <pc:sldMk cId="2091550303" sldId="278"/>
            <ac:spMk id="5" creationId="{08E297A5-056E-B337-364D-D532FA477214}"/>
          </ac:spMkLst>
        </pc:spChg>
        <pc:spChg chg="mod topLvl">
          <ac:chgData name="Findlay Copley" userId="6283a733-9867-4989-b502-3d8d61f5cf2d" providerId="ADAL" clId="{939FF412-86AB-42A3-A37D-64191BDF4691}" dt="2022-11-10T15:57:10.370" v="1842" actId="1076"/>
          <ac:spMkLst>
            <pc:docMk/>
            <pc:sldMk cId="2091550303" sldId="278"/>
            <ac:spMk id="7" creationId="{766EE0C3-3562-C3AC-23B9-736CDBCB1DAB}"/>
          </ac:spMkLst>
        </pc:spChg>
        <pc:spChg chg="mod topLvl">
          <ac:chgData name="Findlay Copley" userId="6283a733-9867-4989-b502-3d8d61f5cf2d" providerId="ADAL" clId="{939FF412-86AB-42A3-A37D-64191BDF4691}" dt="2022-11-10T15:57:10.370" v="1842" actId="1076"/>
          <ac:spMkLst>
            <pc:docMk/>
            <pc:sldMk cId="2091550303" sldId="278"/>
            <ac:spMk id="8" creationId="{BB881412-61C9-CB7D-1059-B2C8A2A52360}"/>
          </ac:spMkLst>
        </pc:spChg>
        <pc:spChg chg="mod topLvl">
          <ac:chgData name="Findlay Copley" userId="6283a733-9867-4989-b502-3d8d61f5cf2d" providerId="ADAL" clId="{939FF412-86AB-42A3-A37D-64191BDF4691}" dt="2022-11-10T15:57:10.370" v="1842" actId="1076"/>
          <ac:spMkLst>
            <pc:docMk/>
            <pc:sldMk cId="2091550303" sldId="278"/>
            <ac:spMk id="9" creationId="{53E9A2D2-7819-D43F-197A-D2B118A3741C}"/>
          </ac:spMkLst>
        </pc:spChg>
        <pc:spChg chg="mod topLvl">
          <ac:chgData name="Findlay Copley" userId="6283a733-9867-4989-b502-3d8d61f5cf2d" providerId="ADAL" clId="{939FF412-86AB-42A3-A37D-64191BDF4691}" dt="2022-11-10T15:57:10.370" v="1842" actId="1076"/>
          <ac:spMkLst>
            <pc:docMk/>
            <pc:sldMk cId="2091550303" sldId="278"/>
            <ac:spMk id="10" creationId="{EDB066D2-EF14-A71B-273F-0593F7D99B81}"/>
          </ac:spMkLst>
        </pc:spChg>
        <pc:spChg chg="mod topLvl">
          <ac:chgData name="Findlay Copley" userId="6283a733-9867-4989-b502-3d8d61f5cf2d" providerId="ADAL" clId="{939FF412-86AB-42A3-A37D-64191BDF4691}" dt="2022-11-10T15:57:10.370" v="1842" actId="1076"/>
          <ac:spMkLst>
            <pc:docMk/>
            <pc:sldMk cId="2091550303" sldId="278"/>
            <ac:spMk id="11" creationId="{FF124F0D-7060-CE2C-F38F-656CD173701E}"/>
          </ac:spMkLst>
        </pc:spChg>
        <pc:spChg chg="mod topLvl">
          <ac:chgData name="Findlay Copley" userId="6283a733-9867-4989-b502-3d8d61f5cf2d" providerId="ADAL" clId="{939FF412-86AB-42A3-A37D-64191BDF4691}" dt="2022-11-10T15:57:10.370" v="1842" actId="1076"/>
          <ac:spMkLst>
            <pc:docMk/>
            <pc:sldMk cId="2091550303" sldId="278"/>
            <ac:spMk id="12" creationId="{09DD039E-355E-978F-3EC2-05CBE31F5929}"/>
          </ac:spMkLst>
        </pc:spChg>
        <pc:spChg chg="mod topLvl">
          <ac:chgData name="Findlay Copley" userId="6283a733-9867-4989-b502-3d8d61f5cf2d" providerId="ADAL" clId="{939FF412-86AB-42A3-A37D-64191BDF4691}" dt="2022-11-10T15:57:10.370" v="1842" actId="1076"/>
          <ac:spMkLst>
            <pc:docMk/>
            <pc:sldMk cId="2091550303" sldId="278"/>
            <ac:spMk id="13" creationId="{85F63361-C9FA-FC59-AA11-0377634B8C8A}"/>
          </ac:spMkLst>
        </pc:spChg>
        <pc:spChg chg="mod topLvl">
          <ac:chgData name="Findlay Copley" userId="6283a733-9867-4989-b502-3d8d61f5cf2d" providerId="ADAL" clId="{939FF412-86AB-42A3-A37D-64191BDF4691}" dt="2022-11-10T15:57:10.370" v="1842" actId="1076"/>
          <ac:spMkLst>
            <pc:docMk/>
            <pc:sldMk cId="2091550303" sldId="278"/>
            <ac:spMk id="14" creationId="{A407E13C-FCDF-52AB-AE5A-B0A0299B2682}"/>
          </ac:spMkLst>
        </pc:spChg>
        <pc:spChg chg="del mod topLvl">
          <ac:chgData name="Findlay Copley" userId="6283a733-9867-4989-b502-3d8d61f5cf2d" providerId="ADAL" clId="{939FF412-86AB-42A3-A37D-64191BDF4691}" dt="2022-11-10T15:54:19.074" v="1828" actId="478"/>
          <ac:spMkLst>
            <pc:docMk/>
            <pc:sldMk cId="2091550303" sldId="278"/>
            <ac:spMk id="15" creationId="{6441AC9F-458C-533C-36C5-4E5F50BF4277}"/>
          </ac:spMkLst>
        </pc:spChg>
        <pc:spChg chg="del mod topLvl">
          <ac:chgData name="Findlay Copley" userId="6283a733-9867-4989-b502-3d8d61f5cf2d" providerId="ADAL" clId="{939FF412-86AB-42A3-A37D-64191BDF4691}" dt="2022-11-10T15:54:20.321" v="1829" actId="478"/>
          <ac:spMkLst>
            <pc:docMk/>
            <pc:sldMk cId="2091550303" sldId="278"/>
            <ac:spMk id="16" creationId="{3CC15DDA-3A6E-470B-F900-E98600FC62D6}"/>
          </ac:spMkLst>
        </pc:spChg>
        <pc:spChg chg="mod topLvl">
          <ac:chgData name="Findlay Copley" userId="6283a733-9867-4989-b502-3d8d61f5cf2d" providerId="ADAL" clId="{939FF412-86AB-42A3-A37D-64191BDF4691}" dt="2022-11-10T15:57:10.370" v="1842" actId="1076"/>
          <ac:spMkLst>
            <pc:docMk/>
            <pc:sldMk cId="2091550303" sldId="278"/>
            <ac:spMk id="17" creationId="{1784D352-B2A6-5E39-DD5F-1C75D732BDB1}"/>
          </ac:spMkLst>
        </pc:spChg>
        <pc:spChg chg="mod topLvl">
          <ac:chgData name="Findlay Copley" userId="6283a733-9867-4989-b502-3d8d61f5cf2d" providerId="ADAL" clId="{939FF412-86AB-42A3-A37D-64191BDF4691}" dt="2022-11-10T15:57:10.370" v="1842" actId="1076"/>
          <ac:spMkLst>
            <pc:docMk/>
            <pc:sldMk cId="2091550303" sldId="278"/>
            <ac:spMk id="18" creationId="{6C9D0C5B-CD6F-D3B3-7CEE-DEE7BB066DC0}"/>
          </ac:spMkLst>
        </pc:spChg>
        <pc:spChg chg="mod topLvl">
          <ac:chgData name="Findlay Copley" userId="6283a733-9867-4989-b502-3d8d61f5cf2d" providerId="ADAL" clId="{939FF412-86AB-42A3-A37D-64191BDF4691}" dt="2022-11-10T15:57:10.370" v="1842" actId="1076"/>
          <ac:spMkLst>
            <pc:docMk/>
            <pc:sldMk cId="2091550303" sldId="278"/>
            <ac:spMk id="19" creationId="{8949F42B-3E1F-897D-E985-59A956B30D7D}"/>
          </ac:spMkLst>
        </pc:spChg>
        <pc:spChg chg="mod topLvl">
          <ac:chgData name="Findlay Copley" userId="6283a733-9867-4989-b502-3d8d61f5cf2d" providerId="ADAL" clId="{939FF412-86AB-42A3-A37D-64191BDF4691}" dt="2022-11-10T15:57:10.370" v="1842" actId="1076"/>
          <ac:spMkLst>
            <pc:docMk/>
            <pc:sldMk cId="2091550303" sldId="278"/>
            <ac:spMk id="20" creationId="{28AFC35E-A02A-CDE5-123B-212DBDDDA704}"/>
          </ac:spMkLst>
        </pc:spChg>
        <pc:spChg chg="mod topLvl">
          <ac:chgData name="Findlay Copley" userId="6283a733-9867-4989-b502-3d8d61f5cf2d" providerId="ADAL" clId="{939FF412-86AB-42A3-A37D-64191BDF4691}" dt="2022-11-10T15:57:10.370" v="1842" actId="1076"/>
          <ac:spMkLst>
            <pc:docMk/>
            <pc:sldMk cId="2091550303" sldId="278"/>
            <ac:spMk id="21" creationId="{7BD4278D-0CD8-AAD6-62E6-3659439AEF1A}"/>
          </ac:spMkLst>
        </pc:spChg>
        <pc:spChg chg="mod topLvl">
          <ac:chgData name="Findlay Copley" userId="6283a733-9867-4989-b502-3d8d61f5cf2d" providerId="ADAL" clId="{939FF412-86AB-42A3-A37D-64191BDF4691}" dt="2022-11-10T15:57:10.370" v="1842" actId="1076"/>
          <ac:spMkLst>
            <pc:docMk/>
            <pc:sldMk cId="2091550303" sldId="278"/>
            <ac:spMk id="22" creationId="{1998F900-7685-91E2-80E7-2257D49AC19E}"/>
          </ac:spMkLst>
        </pc:spChg>
        <pc:spChg chg="mod topLvl">
          <ac:chgData name="Findlay Copley" userId="6283a733-9867-4989-b502-3d8d61f5cf2d" providerId="ADAL" clId="{939FF412-86AB-42A3-A37D-64191BDF4691}" dt="2022-11-10T15:57:10.370" v="1842" actId="1076"/>
          <ac:spMkLst>
            <pc:docMk/>
            <pc:sldMk cId="2091550303" sldId="278"/>
            <ac:spMk id="23" creationId="{CF60B525-B84D-5E14-C9CA-E613A1B3996F}"/>
          </ac:spMkLst>
        </pc:spChg>
        <pc:spChg chg="mod topLvl">
          <ac:chgData name="Findlay Copley" userId="6283a733-9867-4989-b502-3d8d61f5cf2d" providerId="ADAL" clId="{939FF412-86AB-42A3-A37D-64191BDF4691}" dt="2022-11-10T15:57:10.370" v="1842" actId="1076"/>
          <ac:spMkLst>
            <pc:docMk/>
            <pc:sldMk cId="2091550303" sldId="278"/>
            <ac:spMk id="24" creationId="{1470474A-8557-A3CB-81E4-47160359B38B}"/>
          </ac:spMkLst>
        </pc:spChg>
        <pc:spChg chg="del mod topLvl">
          <ac:chgData name="Findlay Copley" userId="6283a733-9867-4989-b502-3d8d61f5cf2d" providerId="ADAL" clId="{939FF412-86AB-42A3-A37D-64191BDF4691}" dt="2022-11-10T15:53:51.513" v="1823" actId="478"/>
          <ac:spMkLst>
            <pc:docMk/>
            <pc:sldMk cId="2091550303" sldId="278"/>
            <ac:spMk id="25" creationId="{B062F996-1C25-8410-28EB-B768169CF184}"/>
          </ac:spMkLst>
        </pc:spChg>
        <pc:spChg chg="mod topLvl">
          <ac:chgData name="Findlay Copley" userId="6283a733-9867-4989-b502-3d8d61f5cf2d" providerId="ADAL" clId="{939FF412-86AB-42A3-A37D-64191BDF4691}" dt="2022-11-10T15:57:10.370" v="1842" actId="1076"/>
          <ac:spMkLst>
            <pc:docMk/>
            <pc:sldMk cId="2091550303" sldId="278"/>
            <ac:spMk id="26" creationId="{D71AA5AF-6E7C-7066-ECAE-DB8810416926}"/>
          </ac:spMkLst>
        </pc:spChg>
        <pc:spChg chg="mod topLvl">
          <ac:chgData name="Findlay Copley" userId="6283a733-9867-4989-b502-3d8d61f5cf2d" providerId="ADAL" clId="{939FF412-86AB-42A3-A37D-64191BDF4691}" dt="2022-11-10T15:57:10.370" v="1842" actId="1076"/>
          <ac:spMkLst>
            <pc:docMk/>
            <pc:sldMk cId="2091550303" sldId="278"/>
            <ac:spMk id="27" creationId="{CE62C0B1-A749-057A-AB7F-5D314A958F5C}"/>
          </ac:spMkLst>
        </pc:spChg>
        <pc:spChg chg="mod">
          <ac:chgData name="Findlay Copley" userId="6283a733-9867-4989-b502-3d8d61f5cf2d" providerId="ADAL" clId="{939FF412-86AB-42A3-A37D-64191BDF4691}" dt="2022-11-10T15:53:53.221" v="1824"/>
          <ac:spMkLst>
            <pc:docMk/>
            <pc:sldMk cId="2091550303" sldId="278"/>
            <ac:spMk id="29" creationId="{75108A2A-2488-5D45-CD5D-51835D7B70AE}"/>
          </ac:spMkLst>
        </pc:spChg>
        <pc:spChg chg="mod">
          <ac:chgData name="Findlay Copley" userId="6283a733-9867-4989-b502-3d8d61f5cf2d" providerId="ADAL" clId="{939FF412-86AB-42A3-A37D-64191BDF4691}" dt="2022-11-10T15:53:53.221" v="1824"/>
          <ac:spMkLst>
            <pc:docMk/>
            <pc:sldMk cId="2091550303" sldId="278"/>
            <ac:spMk id="31" creationId="{01F1065D-2AC9-DAC4-3E24-B4BC56863A3C}"/>
          </ac:spMkLst>
        </pc:spChg>
        <pc:spChg chg="mod">
          <ac:chgData name="Findlay Copley" userId="6283a733-9867-4989-b502-3d8d61f5cf2d" providerId="ADAL" clId="{939FF412-86AB-42A3-A37D-64191BDF4691}" dt="2022-11-10T15:53:53.221" v="1824"/>
          <ac:spMkLst>
            <pc:docMk/>
            <pc:sldMk cId="2091550303" sldId="278"/>
            <ac:spMk id="32" creationId="{0EF746E3-BAD0-DAD4-2899-22FA8302A984}"/>
          </ac:spMkLst>
        </pc:spChg>
        <pc:spChg chg="mod">
          <ac:chgData name="Findlay Copley" userId="6283a733-9867-4989-b502-3d8d61f5cf2d" providerId="ADAL" clId="{939FF412-86AB-42A3-A37D-64191BDF4691}" dt="2022-11-10T15:53:53.221" v="1824"/>
          <ac:spMkLst>
            <pc:docMk/>
            <pc:sldMk cId="2091550303" sldId="278"/>
            <ac:spMk id="33" creationId="{DC8AAC15-5B0A-6E19-916B-C5B809158249}"/>
          </ac:spMkLst>
        </pc:spChg>
        <pc:spChg chg="mod">
          <ac:chgData name="Findlay Copley" userId="6283a733-9867-4989-b502-3d8d61f5cf2d" providerId="ADAL" clId="{939FF412-86AB-42A3-A37D-64191BDF4691}" dt="2022-11-10T15:53:53.221" v="1824"/>
          <ac:spMkLst>
            <pc:docMk/>
            <pc:sldMk cId="2091550303" sldId="278"/>
            <ac:spMk id="34" creationId="{A082EDA9-418F-3B07-85A7-0AFB4B02BB3C}"/>
          </ac:spMkLst>
        </pc:spChg>
        <pc:spChg chg="mod">
          <ac:chgData name="Findlay Copley" userId="6283a733-9867-4989-b502-3d8d61f5cf2d" providerId="ADAL" clId="{939FF412-86AB-42A3-A37D-64191BDF4691}" dt="2022-11-10T15:53:53.221" v="1824"/>
          <ac:spMkLst>
            <pc:docMk/>
            <pc:sldMk cId="2091550303" sldId="278"/>
            <ac:spMk id="35" creationId="{B5350EB6-64B4-7431-FB23-F9BA72589739}"/>
          </ac:spMkLst>
        </pc:spChg>
        <pc:spChg chg="mod">
          <ac:chgData name="Findlay Copley" userId="6283a733-9867-4989-b502-3d8d61f5cf2d" providerId="ADAL" clId="{939FF412-86AB-42A3-A37D-64191BDF4691}" dt="2022-11-10T15:53:53.221" v="1824"/>
          <ac:spMkLst>
            <pc:docMk/>
            <pc:sldMk cId="2091550303" sldId="278"/>
            <ac:spMk id="36" creationId="{2C095652-C73E-9289-5A13-5896650F91D3}"/>
          </ac:spMkLst>
        </pc:spChg>
        <pc:spChg chg="mod">
          <ac:chgData name="Findlay Copley" userId="6283a733-9867-4989-b502-3d8d61f5cf2d" providerId="ADAL" clId="{939FF412-86AB-42A3-A37D-64191BDF4691}" dt="2022-11-10T15:53:53.221" v="1824"/>
          <ac:spMkLst>
            <pc:docMk/>
            <pc:sldMk cId="2091550303" sldId="278"/>
            <ac:spMk id="37" creationId="{E7960822-74DF-FB8E-7C8B-A1A5EFDE530F}"/>
          </ac:spMkLst>
        </pc:spChg>
        <pc:spChg chg="mod">
          <ac:chgData name="Findlay Copley" userId="6283a733-9867-4989-b502-3d8d61f5cf2d" providerId="ADAL" clId="{939FF412-86AB-42A3-A37D-64191BDF4691}" dt="2022-11-10T15:53:53.221" v="1824"/>
          <ac:spMkLst>
            <pc:docMk/>
            <pc:sldMk cId="2091550303" sldId="278"/>
            <ac:spMk id="38" creationId="{3F47C4E3-3D9C-F7A3-B148-15143581FFCB}"/>
          </ac:spMkLst>
        </pc:spChg>
        <pc:spChg chg="mod">
          <ac:chgData name="Findlay Copley" userId="6283a733-9867-4989-b502-3d8d61f5cf2d" providerId="ADAL" clId="{939FF412-86AB-42A3-A37D-64191BDF4691}" dt="2022-11-10T15:53:53.221" v="1824"/>
          <ac:spMkLst>
            <pc:docMk/>
            <pc:sldMk cId="2091550303" sldId="278"/>
            <ac:spMk id="39" creationId="{125B620E-9E06-5C0A-A731-E40327B9CE63}"/>
          </ac:spMkLst>
        </pc:spChg>
        <pc:spChg chg="mod">
          <ac:chgData name="Findlay Copley" userId="6283a733-9867-4989-b502-3d8d61f5cf2d" providerId="ADAL" clId="{939FF412-86AB-42A3-A37D-64191BDF4691}" dt="2022-11-10T15:53:53.221" v="1824"/>
          <ac:spMkLst>
            <pc:docMk/>
            <pc:sldMk cId="2091550303" sldId="278"/>
            <ac:spMk id="40" creationId="{D20DDDC3-D8B2-3B0F-147A-1455659A66DF}"/>
          </ac:spMkLst>
        </pc:spChg>
        <pc:spChg chg="mod">
          <ac:chgData name="Findlay Copley" userId="6283a733-9867-4989-b502-3d8d61f5cf2d" providerId="ADAL" clId="{939FF412-86AB-42A3-A37D-64191BDF4691}" dt="2022-11-10T15:53:53.221" v="1824"/>
          <ac:spMkLst>
            <pc:docMk/>
            <pc:sldMk cId="2091550303" sldId="278"/>
            <ac:spMk id="41" creationId="{60E6D92A-4ED1-52DC-F54A-10DD3F22819B}"/>
          </ac:spMkLst>
        </pc:spChg>
        <pc:spChg chg="mod">
          <ac:chgData name="Findlay Copley" userId="6283a733-9867-4989-b502-3d8d61f5cf2d" providerId="ADAL" clId="{939FF412-86AB-42A3-A37D-64191BDF4691}" dt="2022-11-10T15:53:53.221" v="1824"/>
          <ac:spMkLst>
            <pc:docMk/>
            <pc:sldMk cId="2091550303" sldId="278"/>
            <ac:spMk id="42" creationId="{BE7FC1AD-FEB3-642B-DBD2-8956E1D59FBC}"/>
          </ac:spMkLst>
        </pc:spChg>
        <pc:spChg chg="mod">
          <ac:chgData name="Findlay Copley" userId="6283a733-9867-4989-b502-3d8d61f5cf2d" providerId="ADAL" clId="{939FF412-86AB-42A3-A37D-64191BDF4691}" dt="2022-11-10T15:53:53.221" v="1824"/>
          <ac:spMkLst>
            <pc:docMk/>
            <pc:sldMk cId="2091550303" sldId="278"/>
            <ac:spMk id="43" creationId="{21A31217-15A1-58CB-1C4E-CB21EFD2709A}"/>
          </ac:spMkLst>
        </pc:spChg>
        <pc:spChg chg="mod">
          <ac:chgData name="Findlay Copley" userId="6283a733-9867-4989-b502-3d8d61f5cf2d" providerId="ADAL" clId="{939FF412-86AB-42A3-A37D-64191BDF4691}" dt="2022-11-10T15:53:53.221" v="1824"/>
          <ac:spMkLst>
            <pc:docMk/>
            <pc:sldMk cId="2091550303" sldId="278"/>
            <ac:spMk id="44" creationId="{622CA289-AC16-5A98-6E9B-6B13BA761F99}"/>
          </ac:spMkLst>
        </pc:spChg>
        <pc:spChg chg="mod">
          <ac:chgData name="Findlay Copley" userId="6283a733-9867-4989-b502-3d8d61f5cf2d" providerId="ADAL" clId="{939FF412-86AB-42A3-A37D-64191BDF4691}" dt="2022-11-10T15:53:53.221" v="1824"/>
          <ac:spMkLst>
            <pc:docMk/>
            <pc:sldMk cId="2091550303" sldId="278"/>
            <ac:spMk id="45" creationId="{5422C6FF-FB7C-0ED9-43A9-916718DB162A}"/>
          </ac:spMkLst>
        </pc:spChg>
        <pc:spChg chg="mod">
          <ac:chgData name="Findlay Copley" userId="6283a733-9867-4989-b502-3d8d61f5cf2d" providerId="ADAL" clId="{939FF412-86AB-42A3-A37D-64191BDF4691}" dt="2022-11-10T15:53:53.221" v="1824"/>
          <ac:spMkLst>
            <pc:docMk/>
            <pc:sldMk cId="2091550303" sldId="278"/>
            <ac:spMk id="46" creationId="{F409BA51-ED6F-820E-9F91-79C56A69DB94}"/>
          </ac:spMkLst>
        </pc:spChg>
        <pc:spChg chg="mod">
          <ac:chgData name="Findlay Copley" userId="6283a733-9867-4989-b502-3d8d61f5cf2d" providerId="ADAL" clId="{939FF412-86AB-42A3-A37D-64191BDF4691}" dt="2022-11-10T15:53:53.221" v="1824"/>
          <ac:spMkLst>
            <pc:docMk/>
            <pc:sldMk cId="2091550303" sldId="278"/>
            <ac:spMk id="47" creationId="{059285E0-6483-DFC5-B0D9-D038A5BE044E}"/>
          </ac:spMkLst>
        </pc:spChg>
        <pc:spChg chg="mod">
          <ac:chgData name="Findlay Copley" userId="6283a733-9867-4989-b502-3d8d61f5cf2d" providerId="ADAL" clId="{939FF412-86AB-42A3-A37D-64191BDF4691}" dt="2022-11-10T15:53:53.221" v="1824"/>
          <ac:spMkLst>
            <pc:docMk/>
            <pc:sldMk cId="2091550303" sldId="278"/>
            <ac:spMk id="48" creationId="{BCF45767-8A8C-7D52-2649-3CDCAF3D1B89}"/>
          </ac:spMkLst>
        </pc:spChg>
        <pc:spChg chg="mod">
          <ac:chgData name="Findlay Copley" userId="6283a733-9867-4989-b502-3d8d61f5cf2d" providerId="ADAL" clId="{939FF412-86AB-42A3-A37D-64191BDF4691}" dt="2022-11-10T15:53:53.221" v="1824"/>
          <ac:spMkLst>
            <pc:docMk/>
            <pc:sldMk cId="2091550303" sldId="278"/>
            <ac:spMk id="49" creationId="{7DED302C-4963-3E42-25EA-6C391AFA6CB8}"/>
          </ac:spMkLst>
        </pc:spChg>
        <pc:spChg chg="mod">
          <ac:chgData name="Findlay Copley" userId="6283a733-9867-4989-b502-3d8d61f5cf2d" providerId="ADAL" clId="{939FF412-86AB-42A3-A37D-64191BDF4691}" dt="2022-11-10T15:53:53.221" v="1824"/>
          <ac:spMkLst>
            <pc:docMk/>
            <pc:sldMk cId="2091550303" sldId="278"/>
            <ac:spMk id="50" creationId="{75DDD820-E397-4219-18DE-B7441E7DF0B1}"/>
          </ac:spMkLst>
        </pc:spChg>
        <pc:spChg chg="mod">
          <ac:chgData name="Findlay Copley" userId="6283a733-9867-4989-b502-3d8d61f5cf2d" providerId="ADAL" clId="{939FF412-86AB-42A3-A37D-64191BDF4691}" dt="2022-11-10T15:53:53.221" v="1824"/>
          <ac:spMkLst>
            <pc:docMk/>
            <pc:sldMk cId="2091550303" sldId="278"/>
            <ac:spMk id="51" creationId="{097986BA-CB39-2C0C-079B-DFE6ADC8CED5}"/>
          </ac:spMkLst>
        </pc:spChg>
        <pc:spChg chg="add mod">
          <ac:chgData name="Findlay Copley" userId="6283a733-9867-4989-b502-3d8d61f5cf2d" providerId="ADAL" clId="{939FF412-86AB-42A3-A37D-64191BDF4691}" dt="2022-11-10T15:57:10.370" v="1842" actId="1076"/>
          <ac:spMkLst>
            <pc:docMk/>
            <pc:sldMk cId="2091550303" sldId="278"/>
            <ac:spMk id="52" creationId="{93F799FA-AEAE-1F35-FE7B-CF459870FC8A}"/>
          </ac:spMkLst>
        </pc:spChg>
        <pc:spChg chg="add mod">
          <ac:chgData name="Findlay Copley" userId="6283a733-9867-4989-b502-3d8d61f5cf2d" providerId="ADAL" clId="{939FF412-86AB-42A3-A37D-64191BDF4691}" dt="2022-11-10T15:57:10.370" v="1842" actId="1076"/>
          <ac:spMkLst>
            <pc:docMk/>
            <pc:sldMk cId="2091550303" sldId="278"/>
            <ac:spMk id="53" creationId="{E85FC1B0-48C3-FA1F-CC64-0B4FD9F8E9BC}"/>
          </ac:spMkLst>
        </pc:spChg>
        <pc:spChg chg="add mod">
          <ac:chgData name="Findlay Copley" userId="6283a733-9867-4989-b502-3d8d61f5cf2d" providerId="ADAL" clId="{939FF412-86AB-42A3-A37D-64191BDF4691}" dt="2022-11-10T15:57:10.370" v="1842" actId="1076"/>
          <ac:spMkLst>
            <pc:docMk/>
            <pc:sldMk cId="2091550303" sldId="278"/>
            <ac:spMk id="54" creationId="{E04E4831-9312-05A9-CAFD-820064F93AFA}"/>
          </ac:spMkLst>
        </pc:spChg>
        <pc:spChg chg="add mod">
          <ac:chgData name="Findlay Copley" userId="6283a733-9867-4989-b502-3d8d61f5cf2d" providerId="ADAL" clId="{939FF412-86AB-42A3-A37D-64191BDF4691}" dt="2022-11-10T15:57:37.276" v="1847" actId="1076"/>
          <ac:spMkLst>
            <pc:docMk/>
            <pc:sldMk cId="2091550303" sldId="278"/>
            <ac:spMk id="56" creationId="{33FE8C55-2E4B-3494-700B-4985A159E5D0}"/>
          </ac:spMkLst>
        </pc:spChg>
        <pc:spChg chg="add del mod">
          <ac:chgData name="Findlay Copley" userId="6283a733-9867-4989-b502-3d8d61f5cf2d" providerId="ADAL" clId="{939FF412-86AB-42A3-A37D-64191BDF4691}" dt="2022-11-10T16:01:43.825" v="1870"/>
          <ac:spMkLst>
            <pc:docMk/>
            <pc:sldMk cId="2091550303" sldId="278"/>
            <ac:spMk id="57" creationId="{9EFE1F0C-8D7C-C9EC-4167-64BF51B89700}"/>
          </ac:spMkLst>
        </pc:spChg>
        <pc:spChg chg="add del mod">
          <ac:chgData name="Findlay Copley" userId="6283a733-9867-4989-b502-3d8d61f5cf2d" providerId="ADAL" clId="{939FF412-86AB-42A3-A37D-64191BDF4691}" dt="2022-11-10T16:01:43.825" v="1870"/>
          <ac:spMkLst>
            <pc:docMk/>
            <pc:sldMk cId="2091550303" sldId="278"/>
            <ac:spMk id="58" creationId="{F62E324F-3F54-F774-7DF3-3C3490B8D654}"/>
          </ac:spMkLst>
        </pc:spChg>
        <pc:spChg chg="add mod">
          <ac:chgData name="Findlay Copley" userId="6283a733-9867-4989-b502-3d8d61f5cf2d" providerId="ADAL" clId="{939FF412-86AB-42A3-A37D-64191BDF4691}" dt="2022-11-10T16:02:08.198" v="1880" actId="1076"/>
          <ac:spMkLst>
            <pc:docMk/>
            <pc:sldMk cId="2091550303" sldId="278"/>
            <ac:spMk id="59" creationId="{18B97268-E4C8-8536-9329-C8661EFDBCFC}"/>
          </ac:spMkLst>
        </pc:spChg>
        <pc:spChg chg="add mod">
          <ac:chgData name="Findlay Copley" userId="6283a733-9867-4989-b502-3d8d61f5cf2d" providerId="ADAL" clId="{939FF412-86AB-42A3-A37D-64191BDF4691}" dt="2022-11-10T16:11:55.476" v="1914" actId="207"/>
          <ac:spMkLst>
            <pc:docMk/>
            <pc:sldMk cId="2091550303" sldId="278"/>
            <ac:spMk id="60" creationId="{24446BD1-A197-42CD-E5F6-4DD4BB40E9C7}"/>
          </ac:spMkLst>
        </pc:spChg>
        <pc:spChg chg="add mod">
          <ac:chgData name="Findlay Copley" userId="6283a733-9867-4989-b502-3d8d61f5cf2d" providerId="ADAL" clId="{939FF412-86AB-42A3-A37D-64191BDF4691}" dt="2022-11-10T16:12:01.617" v="1915" actId="207"/>
          <ac:spMkLst>
            <pc:docMk/>
            <pc:sldMk cId="2091550303" sldId="278"/>
            <ac:spMk id="61" creationId="{6D9480DD-F49A-A4C4-F71A-7F0ECDD3B8A9}"/>
          </ac:spMkLst>
        </pc:spChg>
        <pc:spChg chg="add mod">
          <ac:chgData name="Findlay Copley" userId="6283a733-9867-4989-b502-3d8d61f5cf2d" providerId="ADAL" clId="{939FF412-86AB-42A3-A37D-64191BDF4691}" dt="2022-11-10T16:12:06.835" v="1916" actId="207"/>
          <ac:spMkLst>
            <pc:docMk/>
            <pc:sldMk cId="2091550303" sldId="278"/>
            <ac:spMk id="62" creationId="{ED123799-79B6-3F28-607A-DB06BA8B5797}"/>
          </ac:spMkLst>
        </pc:spChg>
        <pc:spChg chg="add mod">
          <ac:chgData name="Findlay Copley" userId="6283a733-9867-4989-b502-3d8d61f5cf2d" providerId="ADAL" clId="{939FF412-86AB-42A3-A37D-64191BDF4691}" dt="2022-11-10T16:12:20.461" v="1917" actId="207"/>
          <ac:spMkLst>
            <pc:docMk/>
            <pc:sldMk cId="2091550303" sldId="278"/>
            <ac:spMk id="63" creationId="{E30B0A95-1159-5F6D-370F-D27E14D4D0EF}"/>
          </ac:spMkLst>
        </pc:spChg>
        <pc:spChg chg="add mod">
          <ac:chgData name="Findlay Copley" userId="6283a733-9867-4989-b502-3d8d61f5cf2d" providerId="ADAL" clId="{939FF412-86AB-42A3-A37D-64191BDF4691}" dt="2022-11-10T16:12:29.289" v="1918" actId="207"/>
          <ac:spMkLst>
            <pc:docMk/>
            <pc:sldMk cId="2091550303" sldId="278"/>
            <ac:spMk id="64" creationId="{7F0B8ED6-B3F4-FC63-6554-4CF5B53495BA}"/>
          </ac:spMkLst>
        </pc:spChg>
        <pc:spChg chg="add del mod">
          <ac:chgData name="Findlay Copley" userId="6283a733-9867-4989-b502-3d8d61f5cf2d" providerId="ADAL" clId="{939FF412-86AB-42A3-A37D-64191BDF4691}" dt="2022-11-10T16:03:03.487" v="1903"/>
          <ac:spMkLst>
            <pc:docMk/>
            <pc:sldMk cId="2091550303" sldId="278"/>
            <ac:spMk id="65" creationId="{6BEEFEF2-E568-DB07-F8DE-D8FB35189E65}"/>
          </ac:spMkLst>
        </pc:spChg>
        <pc:grpChg chg="add del mod">
          <ac:chgData name="Findlay Copley" userId="6283a733-9867-4989-b502-3d8d61f5cf2d" providerId="ADAL" clId="{939FF412-86AB-42A3-A37D-64191BDF4691}" dt="2022-11-10T15:53:36.687" v="1817" actId="165"/>
          <ac:grpSpMkLst>
            <pc:docMk/>
            <pc:sldMk cId="2091550303" sldId="278"/>
            <ac:grpSpMk id="4" creationId="{FD2CF91F-E761-EB7E-15E7-00B95A4EBF3D}"/>
          </ac:grpSpMkLst>
        </pc:grpChg>
        <pc:grpChg chg="del mod topLvl">
          <ac:chgData name="Findlay Copley" userId="6283a733-9867-4989-b502-3d8d61f5cf2d" providerId="ADAL" clId="{939FF412-86AB-42A3-A37D-64191BDF4691}" dt="2022-11-10T15:53:40.234" v="1818" actId="165"/>
          <ac:grpSpMkLst>
            <pc:docMk/>
            <pc:sldMk cId="2091550303" sldId="278"/>
            <ac:grpSpMk id="6" creationId="{C9F49956-5D47-970F-639A-D736844BDF88}"/>
          </ac:grpSpMkLst>
        </pc:grpChg>
        <pc:grpChg chg="add del mod">
          <ac:chgData name="Findlay Copley" userId="6283a733-9867-4989-b502-3d8d61f5cf2d" providerId="ADAL" clId="{939FF412-86AB-42A3-A37D-64191BDF4691}" dt="2022-11-10T15:53:53.948" v="1825"/>
          <ac:grpSpMkLst>
            <pc:docMk/>
            <pc:sldMk cId="2091550303" sldId="278"/>
            <ac:grpSpMk id="28" creationId="{6B227423-3A34-866F-8CD4-26C15961E2F9}"/>
          </ac:grpSpMkLst>
        </pc:grpChg>
        <pc:grpChg chg="mod">
          <ac:chgData name="Findlay Copley" userId="6283a733-9867-4989-b502-3d8d61f5cf2d" providerId="ADAL" clId="{939FF412-86AB-42A3-A37D-64191BDF4691}" dt="2022-11-10T15:53:53.221" v="1824"/>
          <ac:grpSpMkLst>
            <pc:docMk/>
            <pc:sldMk cId="2091550303" sldId="278"/>
            <ac:grpSpMk id="30" creationId="{193D1D97-EE51-BBAB-6318-FB3FE62C6210}"/>
          </ac:grpSpMkLst>
        </pc:grpChg>
        <pc:grpChg chg="add mod">
          <ac:chgData name="Findlay Copley" userId="6283a733-9867-4989-b502-3d8d61f5cf2d" providerId="ADAL" clId="{939FF412-86AB-42A3-A37D-64191BDF4691}" dt="2022-11-10T15:57:04.987" v="1841" actId="164"/>
          <ac:grpSpMkLst>
            <pc:docMk/>
            <pc:sldMk cId="2091550303" sldId="278"/>
            <ac:grpSpMk id="55" creationId="{EEBCF9F5-F367-79AB-F773-C53EEC8DEFBA}"/>
          </ac:grpSpMkLst>
        </pc:grpChg>
      </pc:sldChg>
      <pc:sldChg chg="addSp delSp modSp add mod modAnim">
        <pc:chgData name="Findlay Copley" userId="6283a733-9867-4989-b502-3d8d61f5cf2d" providerId="ADAL" clId="{939FF412-86AB-42A3-A37D-64191BDF4691}" dt="2022-11-13T17:51:28.731" v="5963"/>
        <pc:sldMkLst>
          <pc:docMk/>
          <pc:sldMk cId="2435883341" sldId="279"/>
        </pc:sldMkLst>
        <pc:spChg chg="mod">
          <ac:chgData name="Findlay Copley" userId="6283a733-9867-4989-b502-3d8d61f5cf2d" providerId="ADAL" clId="{939FF412-86AB-42A3-A37D-64191BDF4691}" dt="2022-11-10T16:17:22.561" v="1985"/>
          <ac:spMkLst>
            <pc:docMk/>
            <pc:sldMk cId="2435883341" sldId="279"/>
            <ac:spMk id="2" creationId="{EC4C9615-5FE5-16E6-EAAC-9A89EEB9CB5D}"/>
          </ac:spMkLst>
        </pc:spChg>
        <pc:spChg chg="add mod ord">
          <ac:chgData name="Findlay Copley" userId="6283a733-9867-4989-b502-3d8d61f5cf2d" providerId="ADAL" clId="{939FF412-86AB-42A3-A37D-64191BDF4691}" dt="2022-11-10T16:14:00.088" v="1937" actId="167"/>
          <ac:spMkLst>
            <pc:docMk/>
            <pc:sldMk cId="2435883341" sldId="279"/>
            <ac:spMk id="3" creationId="{C0AEF751-3D4B-7230-2C50-2B8CA72A2895}"/>
          </ac:spMkLst>
        </pc:spChg>
        <pc:spChg chg="add mod">
          <ac:chgData name="Findlay Copley" userId="6283a733-9867-4989-b502-3d8d61f5cf2d" providerId="ADAL" clId="{939FF412-86AB-42A3-A37D-64191BDF4691}" dt="2022-11-10T16:15:13.812" v="1949" actId="164"/>
          <ac:spMkLst>
            <pc:docMk/>
            <pc:sldMk cId="2435883341" sldId="279"/>
            <ac:spMk id="4" creationId="{D71CA40C-1F15-AF5E-621A-427A8603CCB7}"/>
          </ac:spMkLst>
        </pc:spChg>
        <pc:spChg chg="add mod">
          <ac:chgData name="Findlay Copley" userId="6283a733-9867-4989-b502-3d8d61f5cf2d" providerId="ADAL" clId="{939FF412-86AB-42A3-A37D-64191BDF4691}" dt="2022-11-10T16:15:13.812" v="1949" actId="164"/>
          <ac:spMkLst>
            <pc:docMk/>
            <pc:sldMk cId="2435883341" sldId="279"/>
            <ac:spMk id="5" creationId="{22A19326-8438-B69E-34AA-26CEEB08B616}"/>
          </ac:spMkLst>
        </pc:spChg>
        <pc:spChg chg="add mod">
          <ac:chgData name="Findlay Copley" userId="6283a733-9867-4989-b502-3d8d61f5cf2d" providerId="ADAL" clId="{939FF412-86AB-42A3-A37D-64191BDF4691}" dt="2022-11-10T16:15:13.812" v="1949" actId="164"/>
          <ac:spMkLst>
            <pc:docMk/>
            <pc:sldMk cId="2435883341" sldId="279"/>
            <ac:spMk id="6" creationId="{BA4A6F39-DB7A-FC59-2052-C827C4C12133}"/>
          </ac:spMkLst>
        </pc:spChg>
        <pc:spChg chg="add mod">
          <ac:chgData name="Findlay Copley" userId="6283a733-9867-4989-b502-3d8d61f5cf2d" providerId="ADAL" clId="{939FF412-86AB-42A3-A37D-64191BDF4691}" dt="2022-11-10T16:15:13.812" v="1949" actId="164"/>
          <ac:spMkLst>
            <pc:docMk/>
            <pc:sldMk cId="2435883341" sldId="279"/>
            <ac:spMk id="15" creationId="{37E7BBBB-18B3-8D90-2D0D-E437AEC6ED80}"/>
          </ac:spMkLst>
        </pc:spChg>
        <pc:spChg chg="add mod">
          <ac:chgData name="Findlay Copley" userId="6283a733-9867-4989-b502-3d8d61f5cf2d" providerId="ADAL" clId="{939FF412-86AB-42A3-A37D-64191BDF4691}" dt="2022-11-10T16:15:13.812" v="1949" actId="164"/>
          <ac:spMkLst>
            <pc:docMk/>
            <pc:sldMk cId="2435883341" sldId="279"/>
            <ac:spMk id="16" creationId="{C1B949E1-D7E8-44A0-98E1-9DC53CDEB39F}"/>
          </ac:spMkLst>
        </pc:spChg>
        <pc:spChg chg="ord">
          <ac:chgData name="Findlay Copley" userId="6283a733-9867-4989-b502-3d8d61f5cf2d" providerId="ADAL" clId="{939FF412-86AB-42A3-A37D-64191BDF4691}" dt="2022-11-10T16:14:17.948" v="1941" actId="167"/>
          <ac:spMkLst>
            <pc:docMk/>
            <pc:sldMk cId="2435883341" sldId="279"/>
            <ac:spMk id="18" creationId="{6C9D0C5B-CD6F-D3B3-7CEE-DEE7BB066DC0}"/>
          </ac:spMkLst>
        </pc:spChg>
        <pc:spChg chg="add mod">
          <ac:chgData name="Findlay Copley" userId="6283a733-9867-4989-b502-3d8d61f5cf2d" providerId="ADAL" clId="{939FF412-86AB-42A3-A37D-64191BDF4691}" dt="2022-11-10T16:15:13.812" v="1949" actId="164"/>
          <ac:spMkLst>
            <pc:docMk/>
            <pc:sldMk cId="2435883341" sldId="279"/>
            <ac:spMk id="25" creationId="{CBD872F5-12ED-774C-D02D-22FDAF916A56}"/>
          </ac:spMkLst>
        </pc:spChg>
        <pc:spChg chg="add del mod">
          <ac:chgData name="Findlay Copley" userId="6283a733-9867-4989-b502-3d8d61f5cf2d" providerId="ADAL" clId="{939FF412-86AB-42A3-A37D-64191BDF4691}" dt="2022-11-10T16:16:43.332" v="1957"/>
          <ac:spMkLst>
            <pc:docMk/>
            <pc:sldMk cId="2435883341" sldId="279"/>
            <ac:spMk id="29" creationId="{996AA4F1-3557-BB55-05B1-F1523549CE16}"/>
          </ac:spMkLst>
        </pc:spChg>
        <pc:spChg chg="add del mod">
          <ac:chgData name="Findlay Copley" userId="6283a733-9867-4989-b502-3d8d61f5cf2d" providerId="ADAL" clId="{939FF412-86AB-42A3-A37D-64191BDF4691}" dt="2022-11-10T16:17:01.279" v="1965" actId="478"/>
          <ac:spMkLst>
            <pc:docMk/>
            <pc:sldMk cId="2435883341" sldId="279"/>
            <ac:spMk id="30" creationId="{F9DCC5DD-818D-040A-BD7C-D2AC8566011D}"/>
          </ac:spMkLst>
        </pc:spChg>
        <pc:spChg chg="add del mod">
          <ac:chgData name="Findlay Copley" userId="6283a733-9867-4989-b502-3d8d61f5cf2d" providerId="ADAL" clId="{939FF412-86AB-42A3-A37D-64191BDF4691}" dt="2022-11-10T16:17:21.369" v="1984" actId="478"/>
          <ac:spMkLst>
            <pc:docMk/>
            <pc:sldMk cId="2435883341" sldId="279"/>
            <ac:spMk id="31" creationId="{318F326B-7178-32FA-8101-B2E184FA6626}"/>
          </ac:spMkLst>
        </pc:spChg>
        <pc:grpChg chg="add mod">
          <ac:chgData name="Findlay Copley" userId="6283a733-9867-4989-b502-3d8d61f5cf2d" providerId="ADAL" clId="{939FF412-86AB-42A3-A37D-64191BDF4691}" dt="2022-11-10T16:15:13.812" v="1949" actId="164"/>
          <ac:grpSpMkLst>
            <pc:docMk/>
            <pc:sldMk cId="2435883341" sldId="279"/>
            <ac:grpSpMk id="28" creationId="{84FF04F2-74A4-D1DB-F6C3-A565247B2639}"/>
          </ac:grpSpMkLst>
        </pc:grpChg>
      </pc:sldChg>
      <pc:sldChg chg="addSp delSp modSp add mod delAnim modAnim">
        <pc:chgData name="Findlay Copley" userId="6283a733-9867-4989-b502-3d8d61f5cf2d" providerId="ADAL" clId="{939FF412-86AB-42A3-A37D-64191BDF4691}" dt="2022-11-13T17:51:47.029" v="5965"/>
        <pc:sldMkLst>
          <pc:docMk/>
          <pc:sldMk cId="2980342752" sldId="280"/>
        </pc:sldMkLst>
        <pc:spChg chg="mod">
          <ac:chgData name="Findlay Copley" userId="6283a733-9867-4989-b502-3d8d61f5cf2d" providerId="ADAL" clId="{939FF412-86AB-42A3-A37D-64191BDF4691}" dt="2022-11-10T16:17:31.060" v="1995" actId="6549"/>
          <ac:spMkLst>
            <pc:docMk/>
            <pc:sldMk cId="2980342752" sldId="280"/>
            <ac:spMk id="2" creationId="{EC4C9615-5FE5-16E6-EAAC-9A89EEB9CB5D}"/>
          </ac:spMkLst>
        </pc:spChg>
        <pc:spChg chg="del mod">
          <ac:chgData name="Findlay Copley" userId="6283a733-9867-4989-b502-3d8d61f5cf2d" providerId="ADAL" clId="{939FF412-86AB-42A3-A37D-64191BDF4691}" dt="2022-11-10T16:17:54.841" v="1999" actId="478"/>
          <ac:spMkLst>
            <pc:docMk/>
            <pc:sldMk cId="2980342752" sldId="280"/>
            <ac:spMk id="3" creationId="{C0AEF751-3D4B-7230-2C50-2B8CA72A2895}"/>
          </ac:spMkLst>
        </pc:spChg>
        <pc:spChg chg="add mod">
          <ac:chgData name="Findlay Copley" userId="6283a733-9867-4989-b502-3d8d61f5cf2d" providerId="ADAL" clId="{939FF412-86AB-42A3-A37D-64191BDF4691}" dt="2022-11-10T16:17:52.369" v="1998" actId="1076"/>
          <ac:spMkLst>
            <pc:docMk/>
            <pc:sldMk cId="2980342752" sldId="280"/>
            <ac:spMk id="29" creationId="{D09FD99E-AE24-8CF7-9E07-A11B838A8DA6}"/>
          </ac:spMkLst>
        </pc:spChg>
        <pc:spChg chg="mod">
          <ac:chgData name="Findlay Copley" userId="6283a733-9867-4989-b502-3d8d61f5cf2d" providerId="ADAL" clId="{939FF412-86AB-42A3-A37D-64191BDF4691}" dt="2022-11-10T16:18:18.446" v="2004" actId="207"/>
          <ac:spMkLst>
            <pc:docMk/>
            <pc:sldMk cId="2980342752" sldId="280"/>
            <ac:spMk id="60" creationId="{24446BD1-A197-42CD-E5F6-4DD4BB40E9C7}"/>
          </ac:spMkLst>
        </pc:spChg>
      </pc:sldChg>
      <pc:sldChg chg="add del">
        <pc:chgData name="Findlay Copley" userId="6283a733-9867-4989-b502-3d8d61f5cf2d" providerId="ADAL" clId="{939FF412-86AB-42A3-A37D-64191BDF4691}" dt="2022-11-10T16:16:36.923" v="1954" actId="2696"/>
        <pc:sldMkLst>
          <pc:docMk/>
          <pc:sldMk cId="4179991646" sldId="280"/>
        </pc:sldMkLst>
      </pc:sldChg>
      <pc:sldChg chg="addSp delSp modSp add mod modTransition addAnim delAnim modAnim">
        <pc:chgData name="Findlay Copley" userId="6283a733-9867-4989-b502-3d8d61f5cf2d" providerId="ADAL" clId="{939FF412-86AB-42A3-A37D-64191BDF4691}" dt="2022-11-13T17:54:27.572" v="5975"/>
        <pc:sldMkLst>
          <pc:docMk/>
          <pc:sldMk cId="2600927039" sldId="281"/>
        </pc:sldMkLst>
        <pc:spChg chg="mod">
          <ac:chgData name="Findlay Copley" userId="6283a733-9867-4989-b502-3d8d61f5cf2d" providerId="ADAL" clId="{939FF412-86AB-42A3-A37D-64191BDF4691}" dt="2022-11-10T16:21:41.369" v="2032" actId="20577"/>
          <ac:spMkLst>
            <pc:docMk/>
            <pc:sldMk cId="2600927039" sldId="281"/>
            <ac:spMk id="2" creationId="{EC4C9615-5FE5-16E6-EAAC-9A89EEB9CB5D}"/>
          </ac:spMkLst>
        </pc:spChg>
        <pc:spChg chg="mod">
          <ac:chgData name="Findlay Copley" userId="6283a733-9867-4989-b502-3d8d61f5cf2d" providerId="ADAL" clId="{939FF412-86AB-42A3-A37D-64191BDF4691}" dt="2022-11-10T16:23:08.793" v="2051" actId="164"/>
          <ac:spMkLst>
            <pc:docMk/>
            <pc:sldMk cId="2600927039" sldId="281"/>
            <ac:spMk id="7" creationId="{766EE0C3-3562-C3AC-23B9-736CDBCB1DAB}"/>
          </ac:spMkLst>
        </pc:spChg>
        <pc:spChg chg="add del">
          <ac:chgData name="Findlay Copley" userId="6283a733-9867-4989-b502-3d8d61f5cf2d" providerId="ADAL" clId="{939FF412-86AB-42A3-A37D-64191BDF4691}" dt="2022-11-10T16:22:47.371" v="2048" actId="478"/>
          <ac:spMkLst>
            <pc:docMk/>
            <pc:sldMk cId="2600927039" sldId="281"/>
            <ac:spMk id="9" creationId="{53E9A2D2-7819-D43F-197A-D2B118A3741C}"/>
          </ac:spMkLst>
        </pc:spChg>
        <pc:spChg chg="add del">
          <ac:chgData name="Findlay Copley" userId="6283a733-9867-4989-b502-3d8d61f5cf2d" providerId="ADAL" clId="{939FF412-86AB-42A3-A37D-64191BDF4691}" dt="2022-11-10T16:22:47.371" v="2048" actId="478"/>
          <ac:spMkLst>
            <pc:docMk/>
            <pc:sldMk cId="2600927039" sldId="281"/>
            <ac:spMk id="10" creationId="{EDB066D2-EF14-A71B-273F-0593F7D99B81}"/>
          </ac:spMkLst>
        </pc:spChg>
        <pc:spChg chg="mod">
          <ac:chgData name="Findlay Copley" userId="6283a733-9867-4989-b502-3d8d61f5cf2d" providerId="ADAL" clId="{939FF412-86AB-42A3-A37D-64191BDF4691}" dt="2022-11-10T16:23:08.793" v="2051" actId="164"/>
          <ac:spMkLst>
            <pc:docMk/>
            <pc:sldMk cId="2600927039" sldId="281"/>
            <ac:spMk id="11" creationId="{FF124F0D-7060-CE2C-F38F-656CD173701E}"/>
          </ac:spMkLst>
        </pc:spChg>
        <pc:spChg chg="mod">
          <ac:chgData name="Findlay Copley" userId="6283a733-9867-4989-b502-3d8d61f5cf2d" providerId="ADAL" clId="{939FF412-86AB-42A3-A37D-64191BDF4691}" dt="2022-11-10T16:23:08.793" v="2051" actId="164"/>
          <ac:spMkLst>
            <pc:docMk/>
            <pc:sldMk cId="2600927039" sldId="281"/>
            <ac:spMk id="12" creationId="{09DD039E-355E-978F-3EC2-05CBE31F5929}"/>
          </ac:spMkLst>
        </pc:spChg>
        <pc:spChg chg="mod">
          <ac:chgData name="Findlay Copley" userId="6283a733-9867-4989-b502-3d8d61f5cf2d" providerId="ADAL" clId="{939FF412-86AB-42A3-A37D-64191BDF4691}" dt="2022-11-10T16:23:08.793" v="2051" actId="164"/>
          <ac:spMkLst>
            <pc:docMk/>
            <pc:sldMk cId="2600927039" sldId="281"/>
            <ac:spMk id="13" creationId="{85F63361-C9FA-FC59-AA11-0377634B8C8A}"/>
          </ac:spMkLst>
        </pc:spChg>
        <pc:spChg chg="mod">
          <ac:chgData name="Findlay Copley" userId="6283a733-9867-4989-b502-3d8d61f5cf2d" providerId="ADAL" clId="{939FF412-86AB-42A3-A37D-64191BDF4691}" dt="2022-11-10T16:23:08.793" v="2051" actId="164"/>
          <ac:spMkLst>
            <pc:docMk/>
            <pc:sldMk cId="2600927039" sldId="281"/>
            <ac:spMk id="14" creationId="{A407E13C-FCDF-52AB-AE5A-B0A0299B2682}"/>
          </ac:spMkLst>
        </pc:spChg>
        <pc:spChg chg="mod">
          <ac:chgData name="Findlay Copley" userId="6283a733-9867-4989-b502-3d8d61f5cf2d" providerId="ADAL" clId="{939FF412-86AB-42A3-A37D-64191BDF4691}" dt="2022-11-10T16:23:08.793" v="2051" actId="164"/>
          <ac:spMkLst>
            <pc:docMk/>
            <pc:sldMk cId="2600927039" sldId="281"/>
            <ac:spMk id="17" creationId="{1784D352-B2A6-5E39-DD5F-1C75D732BDB1}"/>
          </ac:spMkLst>
        </pc:spChg>
        <pc:spChg chg="add del mod">
          <ac:chgData name="Findlay Copley" userId="6283a733-9867-4989-b502-3d8d61f5cf2d" providerId="ADAL" clId="{939FF412-86AB-42A3-A37D-64191BDF4691}" dt="2022-11-10T16:22:46.902" v="2047" actId="6549"/>
          <ac:spMkLst>
            <pc:docMk/>
            <pc:sldMk cId="2600927039" sldId="281"/>
            <ac:spMk id="18" creationId="{6C9D0C5B-CD6F-D3B3-7CEE-DEE7BB066DC0}"/>
          </ac:spMkLst>
        </pc:spChg>
        <pc:spChg chg="mod">
          <ac:chgData name="Findlay Copley" userId="6283a733-9867-4989-b502-3d8d61f5cf2d" providerId="ADAL" clId="{939FF412-86AB-42A3-A37D-64191BDF4691}" dt="2022-11-10T16:23:08.793" v="2051" actId="164"/>
          <ac:spMkLst>
            <pc:docMk/>
            <pc:sldMk cId="2600927039" sldId="281"/>
            <ac:spMk id="19" creationId="{8949F42B-3E1F-897D-E985-59A956B30D7D}"/>
          </ac:spMkLst>
        </pc:spChg>
        <pc:spChg chg="mod">
          <ac:chgData name="Findlay Copley" userId="6283a733-9867-4989-b502-3d8d61f5cf2d" providerId="ADAL" clId="{939FF412-86AB-42A3-A37D-64191BDF4691}" dt="2022-11-10T16:23:08.793" v="2051" actId="164"/>
          <ac:spMkLst>
            <pc:docMk/>
            <pc:sldMk cId="2600927039" sldId="281"/>
            <ac:spMk id="20" creationId="{28AFC35E-A02A-CDE5-123B-212DBDDDA704}"/>
          </ac:spMkLst>
        </pc:spChg>
        <pc:spChg chg="mod">
          <ac:chgData name="Findlay Copley" userId="6283a733-9867-4989-b502-3d8d61f5cf2d" providerId="ADAL" clId="{939FF412-86AB-42A3-A37D-64191BDF4691}" dt="2022-11-10T16:23:08.793" v="2051" actId="164"/>
          <ac:spMkLst>
            <pc:docMk/>
            <pc:sldMk cId="2600927039" sldId="281"/>
            <ac:spMk id="22" creationId="{1998F900-7685-91E2-80E7-2257D49AC19E}"/>
          </ac:spMkLst>
        </pc:spChg>
        <pc:spChg chg="mod">
          <ac:chgData name="Findlay Copley" userId="6283a733-9867-4989-b502-3d8d61f5cf2d" providerId="ADAL" clId="{939FF412-86AB-42A3-A37D-64191BDF4691}" dt="2022-11-10T16:23:08.793" v="2051" actId="164"/>
          <ac:spMkLst>
            <pc:docMk/>
            <pc:sldMk cId="2600927039" sldId="281"/>
            <ac:spMk id="23" creationId="{CF60B525-B84D-5E14-C9CA-E613A1B3996F}"/>
          </ac:spMkLst>
        </pc:spChg>
        <pc:spChg chg="mod">
          <ac:chgData name="Findlay Copley" userId="6283a733-9867-4989-b502-3d8d61f5cf2d" providerId="ADAL" clId="{939FF412-86AB-42A3-A37D-64191BDF4691}" dt="2022-11-10T16:23:08.793" v="2051" actId="164"/>
          <ac:spMkLst>
            <pc:docMk/>
            <pc:sldMk cId="2600927039" sldId="281"/>
            <ac:spMk id="24" creationId="{1470474A-8557-A3CB-81E4-47160359B38B}"/>
          </ac:spMkLst>
        </pc:spChg>
        <pc:spChg chg="mod">
          <ac:chgData name="Findlay Copley" userId="6283a733-9867-4989-b502-3d8d61f5cf2d" providerId="ADAL" clId="{939FF412-86AB-42A3-A37D-64191BDF4691}" dt="2022-11-10T16:23:08.793" v="2051" actId="164"/>
          <ac:spMkLst>
            <pc:docMk/>
            <pc:sldMk cId="2600927039" sldId="281"/>
            <ac:spMk id="26" creationId="{D71AA5AF-6E7C-7066-ECAE-DB8810416926}"/>
          </ac:spMkLst>
        </pc:spChg>
        <pc:spChg chg="mod">
          <ac:chgData name="Findlay Copley" userId="6283a733-9867-4989-b502-3d8d61f5cf2d" providerId="ADAL" clId="{939FF412-86AB-42A3-A37D-64191BDF4691}" dt="2022-11-10T16:23:08.793" v="2051" actId="164"/>
          <ac:spMkLst>
            <pc:docMk/>
            <pc:sldMk cId="2600927039" sldId="281"/>
            <ac:spMk id="27" creationId="{CE62C0B1-A749-057A-AB7F-5D314A958F5C}"/>
          </ac:spMkLst>
        </pc:spChg>
        <pc:spChg chg="add del">
          <ac:chgData name="Findlay Copley" userId="6283a733-9867-4989-b502-3d8d61f5cf2d" providerId="ADAL" clId="{939FF412-86AB-42A3-A37D-64191BDF4691}" dt="2022-11-10T16:22:50.203" v="2049" actId="478"/>
          <ac:spMkLst>
            <pc:docMk/>
            <pc:sldMk cId="2600927039" sldId="281"/>
            <ac:spMk id="29" creationId="{D09FD99E-AE24-8CF7-9E07-A11B838A8DA6}"/>
          </ac:spMkLst>
        </pc:spChg>
        <pc:spChg chg="mod">
          <ac:chgData name="Findlay Copley" userId="6283a733-9867-4989-b502-3d8d61f5cf2d" providerId="ADAL" clId="{939FF412-86AB-42A3-A37D-64191BDF4691}" dt="2022-11-10T16:23:08.793" v="2051" actId="164"/>
          <ac:spMkLst>
            <pc:docMk/>
            <pc:sldMk cId="2600927039" sldId="281"/>
            <ac:spMk id="53" creationId="{E85FC1B0-48C3-FA1F-CC64-0B4FD9F8E9BC}"/>
          </ac:spMkLst>
        </pc:spChg>
        <pc:spChg chg="mod">
          <ac:chgData name="Findlay Copley" userId="6283a733-9867-4989-b502-3d8d61f5cf2d" providerId="ADAL" clId="{939FF412-86AB-42A3-A37D-64191BDF4691}" dt="2022-11-10T16:23:08.793" v="2051" actId="164"/>
          <ac:spMkLst>
            <pc:docMk/>
            <pc:sldMk cId="2600927039" sldId="281"/>
            <ac:spMk id="54" creationId="{E04E4831-9312-05A9-CAFD-820064F93AFA}"/>
          </ac:spMkLst>
        </pc:spChg>
        <pc:spChg chg="add del">
          <ac:chgData name="Findlay Copley" userId="6283a733-9867-4989-b502-3d8d61f5cf2d" providerId="ADAL" clId="{939FF412-86AB-42A3-A37D-64191BDF4691}" dt="2022-11-10T16:23:43.094" v="2056" actId="478"/>
          <ac:spMkLst>
            <pc:docMk/>
            <pc:sldMk cId="2600927039" sldId="281"/>
            <ac:spMk id="60" creationId="{24446BD1-A197-42CD-E5F6-4DD4BB40E9C7}"/>
          </ac:spMkLst>
        </pc:spChg>
        <pc:spChg chg="mod">
          <ac:chgData name="Findlay Copley" userId="6283a733-9867-4989-b502-3d8d61f5cf2d" providerId="ADAL" clId="{939FF412-86AB-42A3-A37D-64191BDF4691}" dt="2022-11-10T16:23:51.889" v="2057" actId="1076"/>
          <ac:spMkLst>
            <pc:docMk/>
            <pc:sldMk cId="2600927039" sldId="281"/>
            <ac:spMk id="61" creationId="{6D9480DD-F49A-A4C4-F71A-7F0ECDD3B8A9}"/>
          </ac:spMkLst>
        </pc:spChg>
        <pc:spChg chg="mod">
          <ac:chgData name="Findlay Copley" userId="6283a733-9867-4989-b502-3d8d61f5cf2d" providerId="ADAL" clId="{939FF412-86AB-42A3-A37D-64191BDF4691}" dt="2022-11-10T16:23:51.889" v="2057" actId="1076"/>
          <ac:spMkLst>
            <pc:docMk/>
            <pc:sldMk cId="2600927039" sldId="281"/>
            <ac:spMk id="62" creationId="{ED123799-79B6-3F28-607A-DB06BA8B5797}"/>
          </ac:spMkLst>
        </pc:spChg>
        <pc:spChg chg="mod">
          <ac:chgData name="Findlay Copley" userId="6283a733-9867-4989-b502-3d8d61f5cf2d" providerId="ADAL" clId="{939FF412-86AB-42A3-A37D-64191BDF4691}" dt="2022-11-10T16:23:51.889" v="2057" actId="1076"/>
          <ac:spMkLst>
            <pc:docMk/>
            <pc:sldMk cId="2600927039" sldId="281"/>
            <ac:spMk id="63" creationId="{E30B0A95-1159-5F6D-370F-D27E14D4D0EF}"/>
          </ac:spMkLst>
        </pc:spChg>
        <pc:spChg chg="mod">
          <ac:chgData name="Findlay Copley" userId="6283a733-9867-4989-b502-3d8d61f5cf2d" providerId="ADAL" clId="{939FF412-86AB-42A3-A37D-64191BDF4691}" dt="2022-11-10T16:23:51.889" v="2057" actId="1076"/>
          <ac:spMkLst>
            <pc:docMk/>
            <pc:sldMk cId="2600927039" sldId="281"/>
            <ac:spMk id="64" creationId="{7F0B8ED6-B3F4-FC63-6554-4CF5B53495BA}"/>
          </ac:spMkLst>
        </pc:spChg>
        <pc:grpChg chg="add mod">
          <ac:chgData name="Findlay Copley" userId="6283a733-9867-4989-b502-3d8d61f5cf2d" providerId="ADAL" clId="{939FF412-86AB-42A3-A37D-64191BDF4691}" dt="2022-11-10T16:23:08.793" v="2051" actId="164"/>
          <ac:grpSpMkLst>
            <pc:docMk/>
            <pc:sldMk cId="2600927039" sldId="281"/>
            <ac:grpSpMk id="3" creationId="{EBB1FAC9-0640-F8A3-DD95-6CD0F1038AAF}"/>
          </ac:grpSpMkLst>
        </pc:grpChg>
      </pc:sldChg>
      <pc:sldChg chg="modSp add del mod">
        <pc:chgData name="Findlay Copley" userId="6283a733-9867-4989-b502-3d8d61f5cf2d" providerId="ADAL" clId="{939FF412-86AB-42A3-A37D-64191BDF4691}" dt="2022-11-10T16:25:58.447" v="2085" actId="2696"/>
        <pc:sldMkLst>
          <pc:docMk/>
          <pc:sldMk cId="1412924783" sldId="282"/>
        </pc:sldMkLst>
        <pc:spChg chg="mod">
          <ac:chgData name="Findlay Copley" userId="6283a733-9867-4989-b502-3d8d61f5cf2d" providerId="ADAL" clId="{939FF412-86AB-42A3-A37D-64191BDF4691}" dt="2022-11-10T16:25:42.715" v="2080" actId="20577"/>
          <ac:spMkLst>
            <pc:docMk/>
            <pc:sldMk cId="1412924783" sldId="282"/>
            <ac:spMk id="2" creationId="{EC4C9615-5FE5-16E6-EAAC-9A89EEB9CB5D}"/>
          </ac:spMkLst>
        </pc:spChg>
      </pc:sldChg>
      <pc:sldChg chg="new del">
        <pc:chgData name="Findlay Copley" userId="6283a733-9867-4989-b502-3d8d61f5cf2d" providerId="ADAL" clId="{939FF412-86AB-42A3-A37D-64191BDF4691}" dt="2022-11-10T16:25:28.049" v="2068" actId="680"/>
        <pc:sldMkLst>
          <pc:docMk/>
          <pc:sldMk cId="4228704312" sldId="282"/>
        </pc:sldMkLst>
      </pc:sldChg>
      <pc:sldChg chg="addSp delSp modSp add mod modAnim">
        <pc:chgData name="Findlay Copley" userId="6283a733-9867-4989-b502-3d8d61f5cf2d" providerId="ADAL" clId="{939FF412-86AB-42A3-A37D-64191BDF4691}" dt="2022-11-13T18:11:58.131" v="6089"/>
        <pc:sldMkLst>
          <pc:docMk/>
          <pc:sldMk cId="2758184235" sldId="283"/>
        </pc:sldMkLst>
        <pc:spChg chg="mod">
          <ac:chgData name="Findlay Copley" userId="6283a733-9867-4989-b502-3d8d61f5cf2d" providerId="ADAL" clId="{939FF412-86AB-42A3-A37D-64191BDF4691}" dt="2022-11-10T16:25:37.106" v="2071" actId="20577"/>
          <ac:spMkLst>
            <pc:docMk/>
            <pc:sldMk cId="2758184235" sldId="283"/>
            <ac:spMk id="2" creationId="{EC4C9615-5FE5-16E6-EAAC-9A89EEB9CB5D}"/>
          </ac:spMkLst>
        </pc:spChg>
        <pc:spChg chg="mod topLvl">
          <ac:chgData name="Findlay Copley" userId="6283a733-9867-4989-b502-3d8d61f5cf2d" providerId="ADAL" clId="{939FF412-86AB-42A3-A37D-64191BDF4691}" dt="2022-11-10T16:39:20.949" v="2118" actId="164"/>
          <ac:spMkLst>
            <pc:docMk/>
            <pc:sldMk cId="2758184235" sldId="283"/>
            <ac:spMk id="7" creationId="{766EE0C3-3562-C3AC-23B9-736CDBCB1DAB}"/>
          </ac:spMkLst>
        </pc:spChg>
        <pc:spChg chg="mod topLvl">
          <ac:chgData name="Findlay Copley" userId="6283a733-9867-4989-b502-3d8d61f5cf2d" providerId="ADAL" clId="{939FF412-86AB-42A3-A37D-64191BDF4691}" dt="2022-11-10T16:39:20.949" v="2118" actId="164"/>
          <ac:spMkLst>
            <pc:docMk/>
            <pc:sldMk cId="2758184235" sldId="283"/>
            <ac:spMk id="11" creationId="{FF124F0D-7060-CE2C-F38F-656CD173701E}"/>
          </ac:spMkLst>
        </pc:spChg>
        <pc:spChg chg="mod topLvl">
          <ac:chgData name="Findlay Copley" userId="6283a733-9867-4989-b502-3d8d61f5cf2d" providerId="ADAL" clId="{939FF412-86AB-42A3-A37D-64191BDF4691}" dt="2022-11-10T16:39:20.949" v="2118" actId="164"/>
          <ac:spMkLst>
            <pc:docMk/>
            <pc:sldMk cId="2758184235" sldId="283"/>
            <ac:spMk id="12" creationId="{09DD039E-355E-978F-3EC2-05CBE31F5929}"/>
          </ac:spMkLst>
        </pc:spChg>
        <pc:spChg chg="mod topLvl">
          <ac:chgData name="Findlay Copley" userId="6283a733-9867-4989-b502-3d8d61f5cf2d" providerId="ADAL" clId="{939FF412-86AB-42A3-A37D-64191BDF4691}" dt="2022-11-10T16:39:20.949" v="2118" actId="164"/>
          <ac:spMkLst>
            <pc:docMk/>
            <pc:sldMk cId="2758184235" sldId="283"/>
            <ac:spMk id="13" creationId="{85F63361-C9FA-FC59-AA11-0377634B8C8A}"/>
          </ac:spMkLst>
        </pc:spChg>
        <pc:spChg chg="mod topLvl">
          <ac:chgData name="Findlay Copley" userId="6283a733-9867-4989-b502-3d8d61f5cf2d" providerId="ADAL" clId="{939FF412-86AB-42A3-A37D-64191BDF4691}" dt="2022-11-10T16:39:20.949" v="2118" actId="164"/>
          <ac:spMkLst>
            <pc:docMk/>
            <pc:sldMk cId="2758184235" sldId="283"/>
            <ac:spMk id="14" creationId="{A407E13C-FCDF-52AB-AE5A-B0A0299B2682}"/>
          </ac:spMkLst>
        </pc:spChg>
        <pc:spChg chg="mod topLvl">
          <ac:chgData name="Findlay Copley" userId="6283a733-9867-4989-b502-3d8d61f5cf2d" providerId="ADAL" clId="{939FF412-86AB-42A3-A37D-64191BDF4691}" dt="2022-11-10T16:39:20.949" v="2118" actId="164"/>
          <ac:spMkLst>
            <pc:docMk/>
            <pc:sldMk cId="2758184235" sldId="283"/>
            <ac:spMk id="17" creationId="{1784D352-B2A6-5E39-DD5F-1C75D732BDB1}"/>
          </ac:spMkLst>
        </pc:spChg>
        <pc:spChg chg="mod">
          <ac:chgData name="Findlay Copley" userId="6283a733-9867-4989-b502-3d8d61f5cf2d" providerId="ADAL" clId="{939FF412-86AB-42A3-A37D-64191BDF4691}" dt="2022-11-10T16:39:20.949" v="2118" actId="164"/>
          <ac:spMkLst>
            <pc:docMk/>
            <pc:sldMk cId="2758184235" sldId="283"/>
            <ac:spMk id="18" creationId="{6C9D0C5B-CD6F-D3B3-7CEE-DEE7BB066DC0}"/>
          </ac:spMkLst>
        </pc:spChg>
        <pc:spChg chg="mod topLvl">
          <ac:chgData name="Findlay Copley" userId="6283a733-9867-4989-b502-3d8d61f5cf2d" providerId="ADAL" clId="{939FF412-86AB-42A3-A37D-64191BDF4691}" dt="2022-11-10T16:39:20.949" v="2118" actId="164"/>
          <ac:spMkLst>
            <pc:docMk/>
            <pc:sldMk cId="2758184235" sldId="283"/>
            <ac:spMk id="19" creationId="{8949F42B-3E1F-897D-E985-59A956B30D7D}"/>
          </ac:spMkLst>
        </pc:spChg>
        <pc:spChg chg="mod topLvl">
          <ac:chgData name="Findlay Copley" userId="6283a733-9867-4989-b502-3d8d61f5cf2d" providerId="ADAL" clId="{939FF412-86AB-42A3-A37D-64191BDF4691}" dt="2022-11-10T16:39:20.949" v="2118" actId="164"/>
          <ac:spMkLst>
            <pc:docMk/>
            <pc:sldMk cId="2758184235" sldId="283"/>
            <ac:spMk id="20" creationId="{28AFC35E-A02A-CDE5-123B-212DBDDDA704}"/>
          </ac:spMkLst>
        </pc:spChg>
        <pc:spChg chg="mod topLvl">
          <ac:chgData name="Findlay Copley" userId="6283a733-9867-4989-b502-3d8d61f5cf2d" providerId="ADAL" clId="{939FF412-86AB-42A3-A37D-64191BDF4691}" dt="2022-11-10T16:39:20.949" v="2118" actId="164"/>
          <ac:spMkLst>
            <pc:docMk/>
            <pc:sldMk cId="2758184235" sldId="283"/>
            <ac:spMk id="22" creationId="{1998F900-7685-91E2-80E7-2257D49AC19E}"/>
          </ac:spMkLst>
        </pc:spChg>
        <pc:spChg chg="mod topLvl">
          <ac:chgData name="Findlay Copley" userId="6283a733-9867-4989-b502-3d8d61f5cf2d" providerId="ADAL" clId="{939FF412-86AB-42A3-A37D-64191BDF4691}" dt="2022-11-10T16:39:20.949" v="2118" actId="164"/>
          <ac:spMkLst>
            <pc:docMk/>
            <pc:sldMk cId="2758184235" sldId="283"/>
            <ac:spMk id="23" creationId="{CF60B525-B84D-5E14-C9CA-E613A1B3996F}"/>
          </ac:spMkLst>
        </pc:spChg>
        <pc:spChg chg="mod topLvl">
          <ac:chgData name="Findlay Copley" userId="6283a733-9867-4989-b502-3d8d61f5cf2d" providerId="ADAL" clId="{939FF412-86AB-42A3-A37D-64191BDF4691}" dt="2022-11-10T16:39:20.949" v="2118" actId="164"/>
          <ac:spMkLst>
            <pc:docMk/>
            <pc:sldMk cId="2758184235" sldId="283"/>
            <ac:spMk id="24" creationId="{1470474A-8557-A3CB-81E4-47160359B38B}"/>
          </ac:spMkLst>
        </pc:spChg>
        <pc:spChg chg="mod topLvl">
          <ac:chgData name="Findlay Copley" userId="6283a733-9867-4989-b502-3d8d61f5cf2d" providerId="ADAL" clId="{939FF412-86AB-42A3-A37D-64191BDF4691}" dt="2022-11-10T16:39:20.949" v="2118" actId="164"/>
          <ac:spMkLst>
            <pc:docMk/>
            <pc:sldMk cId="2758184235" sldId="283"/>
            <ac:spMk id="26" creationId="{D71AA5AF-6E7C-7066-ECAE-DB8810416926}"/>
          </ac:spMkLst>
        </pc:spChg>
        <pc:spChg chg="mod topLvl">
          <ac:chgData name="Findlay Copley" userId="6283a733-9867-4989-b502-3d8d61f5cf2d" providerId="ADAL" clId="{939FF412-86AB-42A3-A37D-64191BDF4691}" dt="2022-11-10T16:39:20.949" v="2118" actId="164"/>
          <ac:spMkLst>
            <pc:docMk/>
            <pc:sldMk cId="2758184235" sldId="283"/>
            <ac:spMk id="27" creationId="{CE62C0B1-A749-057A-AB7F-5D314A958F5C}"/>
          </ac:spMkLst>
        </pc:spChg>
        <pc:spChg chg="add mod">
          <ac:chgData name="Findlay Copley" userId="6283a733-9867-4989-b502-3d8d61f5cf2d" providerId="ADAL" clId="{939FF412-86AB-42A3-A37D-64191BDF4691}" dt="2022-11-10T16:41:30.293" v="2133" actId="20577"/>
          <ac:spMkLst>
            <pc:docMk/>
            <pc:sldMk cId="2758184235" sldId="283"/>
            <ac:spMk id="30" creationId="{DC0AE38E-3B1C-8092-3CED-7AEDF4B1129E}"/>
          </ac:spMkLst>
        </pc:spChg>
        <pc:spChg chg="mod topLvl">
          <ac:chgData name="Findlay Copley" userId="6283a733-9867-4989-b502-3d8d61f5cf2d" providerId="ADAL" clId="{939FF412-86AB-42A3-A37D-64191BDF4691}" dt="2022-11-10T16:39:20.949" v="2118" actId="164"/>
          <ac:spMkLst>
            <pc:docMk/>
            <pc:sldMk cId="2758184235" sldId="283"/>
            <ac:spMk id="53" creationId="{E85FC1B0-48C3-FA1F-CC64-0B4FD9F8E9BC}"/>
          </ac:spMkLst>
        </pc:spChg>
        <pc:spChg chg="mod topLvl">
          <ac:chgData name="Findlay Copley" userId="6283a733-9867-4989-b502-3d8d61f5cf2d" providerId="ADAL" clId="{939FF412-86AB-42A3-A37D-64191BDF4691}" dt="2022-11-10T16:39:20.949" v="2118" actId="164"/>
          <ac:spMkLst>
            <pc:docMk/>
            <pc:sldMk cId="2758184235" sldId="283"/>
            <ac:spMk id="54" creationId="{E04E4831-9312-05A9-CAFD-820064F93AFA}"/>
          </ac:spMkLst>
        </pc:spChg>
        <pc:spChg chg="mod">
          <ac:chgData name="Findlay Copley" userId="6283a733-9867-4989-b502-3d8d61f5cf2d" providerId="ADAL" clId="{939FF412-86AB-42A3-A37D-64191BDF4691}" dt="2022-11-10T16:40:46.916" v="2125" actId="20577"/>
          <ac:spMkLst>
            <pc:docMk/>
            <pc:sldMk cId="2758184235" sldId="283"/>
            <ac:spMk id="61" creationId="{6D9480DD-F49A-A4C4-F71A-7F0ECDD3B8A9}"/>
          </ac:spMkLst>
        </pc:spChg>
        <pc:spChg chg="mod">
          <ac:chgData name="Findlay Copley" userId="6283a733-9867-4989-b502-3d8d61f5cf2d" providerId="ADAL" clId="{939FF412-86AB-42A3-A37D-64191BDF4691}" dt="2022-11-10T16:40:55.916" v="2127" actId="20577"/>
          <ac:spMkLst>
            <pc:docMk/>
            <pc:sldMk cId="2758184235" sldId="283"/>
            <ac:spMk id="62" creationId="{ED123799-79B6-3F28-607A-DB06BA8B5797}"/>
          </ac:spMkLst>
        </pc:spChg>
        <pc:spChg chg="mod">
          <ac:chgData name="Findlay Copley" userId="6283a733-9867-4989-b502-3d8d61f5cf2d" providerId="ADAL" clId="{939FF412-86AB-42A3-A37D-64191BDF4691}" dt="2022-11-10T16:41:10.829" v="2129" actId="20577"/>
          <ac:spMkLst>
            <pc:docMk/>
            <pc:sldMk cId="2758184235" sldId="283"/>
            <ac:spMk id="63" creationId="{E30B0A95-1159-5F6D-370F-D27E14D4D0EF}"/>
          </ac:spMkLst>
        </pc:spChg>
        <pc:spChg chg="mod">
          <ac:chgData name="Findlay Copley" userId="6283a733-9867-4989-b502-3d8d61f5cf2d" providerId="ADAL" clId="{939FF412-86AB-42A3-A37D-64191BDF4691}" dt="2022-11-10T16:41:22.464" v="2131" actId="20577"/>
          <ac:spMkLst>
            <pc:docMk/>
            <pc:sldMk cId="2758184235" sldId="283"/>
            <ac:spMk id="64" creationId="{7F0B8ED6-B3F4-FC63-6554-4CF5B53495BA}"/>
          </ac:spMkLst>
        </pc:spChg>
        <pc:grpChg chg="del">
          <ac:chgData name="Findlay Copley" userId="6283a733-9867-4989-b502-3d8d61f5cf2d" providerId="ADAL" clId="{939FF412-86AB-42A3-A37D-64191BDF4691}" dt="2022-11-10T16:39:18.628" v="2117" actId="165"/>
          <ac:grpSpMkLst>
            <pc:docMk/>
            <pc:sldMk cId="2758184235" sldId="283"/>
            <ac:grpSpMk id="3" creationId="{EBB1FAC9-0640-F8A3-DD95-6CD0F1038AAF}"/>
          </ac:grpSpMkLst>
        </pc:grpChg>
        <pc:grpChg chg="add mod">
          <ac:chgData name="Findlay Copley" userId="6283a733-9867-4989-b502-3d8d61f5cf2d" providerId="ADAL" clId="{939FF412-86AB-42A3-A37D-64191BDF4691}" dt="2022-11-10T16:39:20.949" v="2118" actId="164"/>
          <ac:grpSpMkLst>
            <pc:docMk/>
            <pc:sldMk cId="2758184235" sldId="283"/>
            <ac:grpSpMk id="29" creationId="{55B5875C-78C4-D2B1-AE43-CD9D385AF675}"/>
          </ac:grpSpMkLst>
        </pc:grpChg>
      </pc:sldChg>
      <pc:sldChg chg="delSp modSp add del mod ord delAnim modAnim">
        <pc:chgData name="Findlay Copley" userId="6283a733-9867-4989-b502-3d8d61f5cf2d" providerId="ADAL" clId="{939FF412-86AB-42A3-A37D-64191BDF4691}" dt="2022-11-13T17:55:12.041" v="5976" actId="2696"/>
        <pc:sldMkLst>
          <pc:docMk/>
          <pc:sldMk cId="3050447945" sldId="284"/>
        </pc:sldMkLst>
        <pc:spChg chg="mod">
          <ac:chgData name="Findlay Copley" userId="6283a733-9867-4989-b502-3d8d61f5cf2d" providerId="ADAL" clId="{939FF412-86AB-42A3-A37D-64191BDF4691}" dt="2022-11-10T16:25:55.907" v="2084"/>
          <ac:spMkLst>
            <pc:docMk/>
            <pc:sldMk cId="3050447945" sldId="284"/>
            <ac:spMk id="2" creationId="{EC4C9615-5FE5-16E6-EAAC-9A89EEB9CB5D}"/>
          </ac:spMkLst>
        </pc:spChg>
        <pc:spChg chg="del">
          <ac:chgData name="Findlay Copley" userId="6283a733-9867-4989-b502-3d8d61f5cf2d" providerId="ADAL" clId="{939FF412-86AB-42A3-A37D-64191BDF4691}" dt="2022-11-10T16:26:11.188" v="2086" actId="478"/>
          <ac:spMkLst>
            <pc:docMk/>
            <pc:sldMk cId="3050447945" sldId="284"/>
            <ac:spMk id="29" creationId="{D09FD99E-AE24-8CF7-9E07-A11B838A8DA6}"/>
          </ac:spMkLst>
        </pc:spChg>
      </pc:sldChg>
      <pc:sldChg chg="addSp delSp modSp add mod ord delAnim modAnim">
        <pc:chgData name="Findlay Copley" userId="6283a733-9867-4989-b502-3d8d61f5cf2d" providerId="ADAL" clId="{939FF412-86AB-42A3-A37D-64191BDF4691}" dt="2022-11-13T17:55:50.330" v="5978"/>
        <pc:sldMkLst>
          <pc:docMk/>
          <pc:sldMk cId="3946939328" sldId="285"/>
        </pc:sldMkLst>
        <pc:spChg chg="mod">
          <ac:chgData name="Findlay Copley" userId="6283a733-9867-4989-b502-3d8d61f5cf2d" providerId="ADAL" clId="{939FF412-86AB-42A3-A37D-64191BDF4691}" dt="2022-11-10T16:26:26.952" v="2090"/>
          <ac:spMkLst>
            <pc:docMk/>
            <pc:sldMk cId="3946939328" sldId="285"/>
            <ac:spMk id="2" creationId="{EC4C9615-5FE5-16E6-EAAC-9A89EEB9CB5D}"/>
          </ac:spMkLst>
        </pc:spChg>
        <pc:spChg chg="del">
          <ac:chgData name="Findlay Copley" userId="6283a733-9867-4989-b502-3d8d61f5cf2d" providerId="ADAL" clId="{939FF412-86AB-42A3-A37D-64191BDF4691}" dt="2022-11-10T16:26:31.922" v="2091" actId="478"/>
          <ac:spMkLst>
            <pc:docMk/>
            <pc:sldMk cId="3946939328" sldId="285"/>
            <ac:spMk id="3" creationId="{C0AEF751-3D4B-7230-2C50-2B8CA72A2895}"/>
          </ac:spMkLst>
        </pc:spChg>
        <pc:spChg chg="mod">
          <ac:chgData name="Findlay Copley" userId="6283a733-9867-4989-b502-3d8d61f5cf2d" providerId="ADAL" clId="{939FF412-86AB-42A3-A37D-64191BDF4691}" dt="2022-11-10T16:26:44.777" v="2092" actId="164"/>
          <ac:spMkLst>
            <pc:docMk/>
            <pc:sldMk cId="3946939328" sldId="285"/>
            <ac:spMk id="7" creationId="{766EE0C3-3562-C3AC-23B9-736CDBCB1DAB}"/>
          </ac:spMkLst>
        </pc:spChg>
        <pc:spChg chg="mod">
          <ac:chgData name="Findlay Copley" userId="6283a733-9867-4989-b502-3d8d61f5cf2d" providerId="ADAL" clId="{939FF412-86AB-42A3-A37D-64191BDF4691}" dt="2022-11-10T16:26:44.777" v="2092" actId="164"/>
          <ac:spMkLst>
            <pc:docMk/>
            <pc:sldMk cId="3946939328" sldId="285"/>
            <ac:spMk id="11" creationId="{FF124F0D-7060-CE2C-F38F-656CD173701E}"/>
          </ac:spMkLst>
        </pc:spChg>
        <pc:spChg chg="mod">
          <ac:chgData name="Findlay Copley" userId="6283a733-9867-4989-b502-3d8d61f5cf2d" providerId="ADAL" clId="{939FF412-86AB-42A3-A37D-64191BDF4691}" dt="2022-11-10T16:26:44.777" v="2092" actId="164"/>
          <ac:spMkLst>
            <pc:docMk/>
            <pc:sldMk cId="3946939328" sldId="285"/>
            <ac:spMk id="12" creationId="{09DD039E-355E-978F-3EC2-05CBE31F5929}"/>
          </ac:spMkLst>
        </pc:spChg>
        <pc:spChg chg="mod">
          <ac:chgData name="Findlay Copley" userId="6283a733-9867-4989-b502-3d8d61f5cf2d" providerId="ADAL" clId="{939FF412-86AB-42A3-A37D-64191BDF4691}" dt="2022-11-10T16:26:44.777" v="2092" actId="164"/>
          <ac:spMkLst>
            <pc:docMk/>
            <pc:sldMk cId="3946939328" sldId="285"/>
            <ac:spMk id="13" creationId="{85F63361-C9FA-FC59-AA11-0377634B8C8A}"/>
          </ac:spMkLst>
        </pc:spChg>
        <pc:spChg chg="mod">
          <ac:chgData name="Findlay Copley" userId="6283a733-9867-4989-b502-3d8d61f5cf2d" providerId="ADAL" clId="{939FF412-86AB-42A3-A37D-64191BDF4691}" dt="2022-11-10T16:26:44.777" v="2092" actId="164"/>
          <ac:spMkLst>
            <pc:docMk/>
            <pc:sldMk cId="3946939328" sldId="285"/>
            <ac:spMk id="14" creationId="{A407E13C-FCDF-52AB-AE5A-B0A0299B2682}"/>
          </ac:spMkLst>
        </pc:spChg>
        <pc:spChg chg="mod">
          <ac:chgData name="Findlay Copley" userId="6283a733-9867-4989-b502-3d8d61f5cf2d" providerId="ADAL" clId="{939FF412-86AB-42A3-A37D-64191BDF4691}" dt="2022-11-10T16:26:44.777" v="2092" actId="164"/>
          <ac:spMkLst>
            <pc:docMk/>
            <pc:sldMk cId="3946939328" sldId="285"/>
            <ac:spMk id="17" creationId="{1784D352-B2A6-5E39-DD5F-1C75D732BDB1}"/>
          </ac:spMkLst>
        </pc:spChg>
        <pc:spChg chg="mod">
          <ac:chgData name="Findlay Copley" userId="6283a733-9867-4989-b502-3d8d61f5cf2d" providerId="ADAL" clId="{939FF412-86AB-42A3-A37D-64191BDF4691}" dt="2022-11-10T16:26:44.777" v="2092" actId="164"/>
          <ac:spMkLst>
            <pc:docMk/>
            <pc:sldMk cId="3946939328" sldId="285"/>
            <ac:spMk id="19" creationId="{8949F42B-3E1F-897D-E985-59A956B30D7D}"/>
          </ac:spMkLst>
        </pc:spChg>
        <pc:spChg chg="mod">
          <ac:chgData name="Findlay Copley" userId="6283a733-9867-4989-b502-3d8d61f5cf2d" providerId="ADAL" clId="{939FF412-86AB-42A3-A37D-64191BDF4691}" dt="2022-11-10T16:26:44.777" v="2092" actId="164"/>
          <ac:spMkLst>
            <pc:docMk/>
            <pc:sldMk cId="3946939328" sldId="285"/>
            <ac:spMk id="20" creationId="{28AFC35E-A02A-CDE5-123B-212DBDDDA704}"/>
          </ac:spMkLst>
        </pc:spChg>
        <pc:spChg chg="mod">
          <ac:chgData name="Findlay Copley" userId="6283a733-9867-4989-b502-3d8d61f5cf2d" providerId="ADAL" clId="{939FF412-86AB-42A3-A37D-64191BDF4691}" dt="2022-11-10T16:26:44.777" v="2092" actId="164"/>
          <ac:spMkLst>
            <pc:docMk/>
            <pc:sldMk cId="3946939328" sldId="285"/>
            <ac:spMk id="22" creationId="{1998F900-7685-91E2-80E7-2257D49AC19E}"/>
          </ac:spMkLst>
        </pc:spChg>
        <pc:spChg chg="mod">
          <ac:chgData name="Findlay Copley" userId="6283a733-9867-4989-b502-3d8d61f5cf2d" providerId="ADAL" clId="{939FF412-86AB-42A3-A37D-64191BDF4691}" dt="2022-11-10T16:26:44.777" v="2092" actId="164"/>
          <ac:spMkLst>
            <pc:docMk/>
            <pc:sldMk cId="3946939328" sldId="285"/>
            <ac:spMk id="23" creationId="{CF60B525-B84D-5E14-C9CA-E613A1B3996F}"/>
          </ac:spMkLst>
        </pc:spChg>
        <pc:spChg chg="mod">
          <ac:chgData name="Findlay Copley" userId="6283a733-9867-4989-b502-3d8d61f5cf2d" providerId="ADAL" clId="{939FF412-86AB-42A3-A37D-64191BDF4691}" dt="2022-11-10T16:26:44.777" v="2092" actId="164"/>
          <ac:spMkLst>
            <pc:docMk/>
            <pc:sldMk cId="3946939328" sldId="285"/>
            <ac:spMk id="24" creationId="{1470474A-8557-A3CB-81E4-47160359B38B}"/>
          </ac:spMkLst>
        </pc:spChg>
        <pc:spChg chg="mod">
          <ac:chgData name="Findlay Copley" userId="6283a733-9867-4989-b502-3d8d61f5cf2d" providerId="ADAL" clId="{939FF412-86AB-42A3-A37D-64191BDF4691}" dt="2022-11-10T16:26:44.777" v="2092" actId="164"/>
          <ac:spMkLst>
            <pc:docMk/>
            <pc:sldMk cId="3946939328" sldId="285"/>
            <ac:spMk id="26" creationId="{D71AA5AF-6E7C-7066-ECAE-DB8810416926}"/>
          </ac:spMkLst>
        </pc:spChg>
        <pc:spChg chg="mod">
          <ac:chgData name="Findlay Copley" userId="6283a733-9867-4989-b502-3d8d61f5cf2d" providerId="ADAL" clId="{939FF412-86AB-42A3-A37D-64191BDF4691}" dt="2022-11-10T16:26:44.777" v="2092" actId="164"/>
          <ac:spMkLst>
            <pc:docMk/>
            <pc:sldMk cId="3946939328" sldId="285"/>
            <ac:spMk id="27" creationId="{CE62C0B1-A749-057A-AB7F-5D314A958F5C}"/>
          </ac:spMkLst>
        </pc:spChg>
        <pc:spChg chg="add mod">
          <ac:chgData name="Findlay Copley" userId="6283a733-9867-4989-b502-3d8d61f5cf2d" providerId="ADAL" clId="{939FF412-86AB-42A3-A37D-64191BDF4691}" dt="2022-11-10T16:27:39.605" v="2098" actId="1076"/>
          <ac:spMkLst>
            <pc:docMk/>
            <pc:sldMk cId="3946939328" sldId="285"/>
            <ac:spMk id="30" creationId="{D2D158ED-D1D3-E69A-365A-89C8002ECF8D}"/>
          </ac:spMkLst>
        </pc:spChg>
        <pc:spChg chg="add mod">
          <ac:chgData name="Findlay Copley" userId="6283a733-9867-4989-b502-3d8d61f5cf2d" providerId="ADAL" clId="{939FF412-86AB-42A3-A37D-64191BDF4691}" dt="2022-11-10T16:27:39.605" v="2098" actId="1076"/>
          <ac:spMkLst>
            <pc:docMk/>
            <pc:sldMk cId="3946939328" sldId="285"/>
            <ac:spMk id="31" creationId="{2F96293C-9B3E-94C6-CC5C-4FF0A21BDEA7}"/>
          </ac:spMkLst>
        </pc:spChg>
        <pc:spChg chg="add mod">
          <ac:chgData name="Findlay Copley" userId="6283a733-9867-4989-b502-3d8d61f5cf2d" providerId="ADAL" clId="{939FF412-86AB-42A3-A37D-64191BDF4691}" dt="2022-11-10T16:27:39.605" v="2098" actId="1076"/>
          <ac:spMkLst>
            <pc:docMk/>
            <pc:sldMk cId="3946939328" sldId="285"/>
            <ac:spMk id="32" creationId="{0BE61153-D1DA-8BB3-E4EE-6AEDCF2D0688}"/>
          </ac:spMkLst>
        </pc:spChg>
        <pc:spChg chg="add mod">
          <ac:chgData name="Findlay Copley" userId="6283a733-9867-4989-b502-3d8d61f5cf2d" providerId="ADAL" clId="{939FF412-86AB-42A3-A37D-64191BDF4691}" dt="2022-11-10T16:28:21.995" v="2103" actId="1076"/>
          <ac:spMkLst>
            <pc:docMk/>
            <pc:sldMk cId="3946939328" sldId="285"/>
            <ac:spMk id="33" creationId="{FE372581-A0DA-3331-B6A2-1E9AC4BA8EBF}"/>
          </ac:spMkLst>
        </pc:spChg>
        <pc:spChg chg="mod">
          <ac:chgData name="Findlay Copley" userId="6283a733-9867-4989-b502-3d8d61f5cf2d" providerId="ADAL" clId="{939FF412-86AB-42A3-A37D-64191BDF4691}" dt="2022-11-10T16:26:44.777" v="2092" actId="164"/>
          <ac:spMkLst>
            <pc:docMk/>
            <pc:sldMk cId="3946939328" sldId="285"/>
            <ac:spMk id="53" creationId="{E85FC1B0-48C3-FA1F-CC64-0B4FD9F8E9BC}"/>
          </ac:spMkLst>
        </pc:spChg>
        <pc:spChg chg="mod">
          <ac:chgData name="Findlay Copley" userId="6283a733-9867-4989-b502-3d8d61f5cf2d" providerId="ADAL" clId="{939FF412-86AB-42A3-A37D-64191BDF4691}" dt="2022-11-10T16:26:44.777" v="2092" actId="164"/>
          <ac:spMkLst>
            <pc:docMk/>
            <pc:sldMk cId="3946939328" sldId="285"/>
            <ac:spMk id="54" creationId="{E04E4831-9312-05A9-CAFD-820064F93AFA}"/>
          </ac:spMkLst>
        </pc:spChg>
        <pc:spChg chg="mod">
          <ac:chgData name="Findlay Copley" userId="6283a733-9867-4989-b502-3d8d61f5cf2d" providerId="ADAL" clId="{939FF412-86AB-42A3-A37D-64191BDF4691}" dt="2022-11-10T16:28:06.591" v="2101" actId="1076"/>
          <ac:spMkLst>
            <pc:docMk/>
            <pc:sldMk cId="3946939328" sldId="285"/>
            <ac:spMk id="61" creationId="{6D9480DD-F49A-A4C4-F71A-7F0ECDD3B8A9}"/>
          </ac:spMkLst>
        </pc:spChg>
        <pc:spChg chg="mod">
          <ac:chgData name="Findlay Copley" userId="6283a733-9867-4989-b502-3d8d61f5cf2d" providerId="ADAL" clId="{939FF412-86AB-42A3-A37D-64191BDF4691}" dt="2022-11-10T16:28:06.591" v="2101" actId="1076"/>
          <ac:spMkLst>
            <pc:docMk/>
            <pc:sldMk cId="3946939328" sldId="285"/>
            <ac:spMk id="62" creationId="{ED123799-79B6-3F28-607A-DB06BA8B5797}"/>
          </ac:spMkLst>
        </pc:spChg>
        <pc:spChg chg="mod">
          <ac:chgData name="Findlay Copley" userId="6283a733-9867-4989-b502-3d8d61f5cf2d" providerId="ADAL" clId="{939FF412-86AB-42A3-A37D-64191BDF4691}" dt="2022-11-10T16:28:06.591" v="2101" actId="1076"/>
          <ac:spMkLst>
            <pc:docMk/>
            <pc:sldMk cId="3946939328" sldId="285"/>
            <ac:spMk id="63" creationId="{E30B0A95-1159-5F6D-370F-D27E14D4D0EF}"/>
          </ac:spMkLst>
        </pc:spChg>
        <pc:spChg chg="mod">
          <ac:chgData name="Findlay Copley" userId="6283a733-9867-4989-b502-3d8d61f5cf2d" providerId="ADAL" clId="{939FF412-86AB-42A3-A37D-64191BDF4691}" dt="2022-11-10T16:28:06.591" v="2101" actId="1076"/>
          <ac:spMkLst>
            <pc:docMk/>
            <pc:sldMk cId="3946939328" sldId="285"/>
            <ac:spMk id="64" creationId="{7F0B8ED6-B3F4-FC63-6554-4CF5B53495BA}"/>
          </ac:spMkLst>
        </pc:spChg>
        <pc:grpChg chg="add mod">
          <ac:chgData name="Findlay Copley" userId="6283a733-9867-4989-b502-3d8d61f5cf2d" providerId="ADAL" clId="{939FF412-86AB-42A3-A37D-64191BDF4691}" dt="2022-11-10T16:26:44.777" v="2092" actId="164"/>
          <ac:grpSpMkLst>
            <pc:docMk/>
            <pc:sldMk cId="3946939328" sldId="285"/>
            <ac:grpSpMk id="29" creationId="{0869216A-17C0-0502-CA34-2B81688193E2}"/>
          </ac:grpSpMkLst>
        </pc:grpChg>
      </pc:sldChg>
      <pc:sldChg chg="addSp delSp modSp add mod ord delAnim modAnim">
        <pc:chgData name="Findlay Copley" userId="6283a733-9867-4989-b502-3d8d61f5cf2d" providerId="ADAL" clId="{939FF412-86AB-42A3-A37D-64191BDF4691}" dt="2022-11-13T17:53:09.206" v="5972"/>
        <pc:sldMkLst>
          <pc:docMk/>
          <pc:sldMk cId="4168405549" sldId="286"/>
        </pc:sldMkLst>
        <pc:spChg chg="mod">
          <ac:chgData name="Findlay Copley" userId="6283a733-9867-4989-b502-3d8d61f5cf2d" providerId="ADAL" clId="{939FF412-86AB-42A3-A37D-64191BDF4691}" dt="2022-11-10T16:42:25.036" v="2157" actId="20577"/>
          <ac:spMkLst>
            <pc:docMk/>
            <pc:sldMk cId="4168405549" sldId="286"/>
            <ac:spMk id="2" creationId="{EC4C9615-5FE5-16E6-EAAC-9A89EEB9CB5D}"/>
          </ac:spMkLst>
        </pc:spChg>
        <pc:spChg chg="add del">
          <ac:chgData name="Findlay Copley" userId="6283a733-9867-4989-b502-3d8d61f5cf2d" providerId="ADAL" clId="{939FF412-86AB-42A3-A37D-64191BDF4691}" dt="2022-11-10T16:43:41.420" v="2176" actId="478"/>
          <ac:spMkLst>
            <pc:docMk/>
            <pc:sldMk cId="4168405549" sldId="286"/>
            <ac:spMk id="3" creationId="{C0AEF751-3D4B-7230-2C50-2B8CA72A2895}"/>
          </ac:spMkLst>
        </pc:spChg>
        <pc:spChg chg="add del mod ord">
          <ac:chgData name="Findlay Copley" userId="6283a733-9867-4989-b502-3d8d61f5cf2d" providerId="ADAL" clId="{939FF412-86AB-42A3-A37D-64191BDF4691}" dt="2022-11-10T16:43:38.684" v="2175"/>
          <ac:spMkLst>
            <pc:docMk/>
            <pc:sldMk cId="4168405549" sldId="286"/>
            <ac:spMk id="29" creationId="{7213B296-E66D-58E5-7CA9-E7AA17511093}"/>
          </ac:spMkLst>
        </pc:spChg>
        <pc:spChg chg="add mod ord">
          <ac:chgData name="Findlay Copley" userId="6283a733-9867-4989-b502-3d8d61f5cf2d" providerId="ADAL" clId="{939FF412-86AB-42A3-A37D-64191BDF4691}" dt="2022-11-10T16:44:21.668" v="2180" actId="167"/>
          <ac:spMkLst>
            <pc:docMk/>
            <pc:sldMk cId="4168405549" sldId="286"/>
            <ac:spMk id="30" creationId="{90FC5885-BC99-C4BF-21C1-E2077B68F7D4}"/>
          </ac:spMkLst>
        </pc:spChg>
        <pc:spChg chg="del">
          <ac:chgData name="Findlay Copley" userId="6283a733-9867-4989-b502-3d8d61f5cf2d" providerId="ADAL" clId="{939FF412-86AB-42A3-A37D-64191BDF4691}" dt="2022-11-10T16:45:17.469" v="2191" actId="478"/>
          <ac:spMkLst>
            <pc:docMk/>
            <pc:sldMk cId="4168405549" sldId="286"/>
            <ac:spMk id="60" creationId="{24446BD1-A197-42CD-E5F6-4DD4BB40E9C7}"/>
          </ac:spMkLst>
        </pc:spChg>
        <pc:spChg chg="del">
          <ac:chgData name="Findlay Copley" userId="6283a733-9867-4989-b502-3d8d61f5cf2d" providerId="ADAL" clId="{939FF412-86AB-42A3-A37D-64191BDF4691}" dt="2022-11-10T16:45:19.188" v="2192" actId="478"/>
          <ac:spMkLst>
            <pc:docMk/>
            <pc:sldMk cId="4168405549" sldId="286"/>
            <ac:spMk id="61" creationId="{6D9480DD-F49A-A4C4-F71A-7F0ECDD3B8A9}"/>
          </ac:spMkLst>
        </pc:spChg>
        <pc:spChg chg="del mod">
          <ac:chgData name="Findlay Copley" userId="6283a733-9867-4989-b502-3d8d61f5cf2d" providerId="ADAL" clId="{939FF412-86AB-42A3-A37D-64191BDF4691}" dt="2022-11-10T16:45:20.509" v="2194" actId="478"/>
          <ac:spMkLst>
            <pc:docMk/>
            <pc:sldMk cId="4168405549" sldId="286"/>
            <ac:spMk id="62" creationId="{ED123799-79B6-3F28-607A-DB06BA8B5797}"/>
          </ac:spMkLst>
        </pc:spChg>
        <pc:spChg chg="del">
          <ac:chgData name="Findlay Copley" userId="6283a733-9867-4989-b502-3d8d61f5cf2d" providerId="ADAL" clId="{939FF412-86AB-42A3-A37D-64191BDF4691}" dt="2022-11-10T16:45:21.882" v="2195" actId="478"/>
          <ac:spMkLst>
            <pc:docMk/>
            <pc:sldMk cId="4168405549" sldId="286"/>
            <ac:spMk id="63" creationId="{E30B0A95-1159-5F6D-370F-D27E14D4D0EF}"/>
          </ac:spMkLst>
        </pc:spChg>
        <pc:spChg chg="del">
          <ac:chgData name="Findlay Copley" userId="6283a733-9867-4989-b502-3d8d61f5cf2d" providerId="ADAL" clId="{939FF412-86AB-42A3-A37D-64191BDF4691}" dt="2022-11-10T16:45:23.233" v="2196" actId="478"/>
          <ac:spMkLst>
            <pc:docMk/>
            <pc:sldMk cId="4168405549" sldId="286"/>
            <ac:spMk id="64" creationId="{7F0B8ED6-B3F4-FC63-6554-4CF5B53495BA}"/>
          </ac:spMkLst>
        </pc:spChg>
      </pc:sldChg>
      <pc:sldChg chg="modSp new mod modAnim">
        <pc:chgData name="Findlay Copley" userId="6283a733-9867-4989-b502-3d8d61f5cf2d" providerId="ADAL" clId="{939FF412-86AB-42A3-A37D-64191BDF4691}" dt="2022-11-13T18:05:58.593" v="6070"/>
        <pc:sldMkLst>
          <pc:docMk/>
          <pc:sldMk cId="87849863" sldId="287"/>
        </pc:sldMkLst>
        <pc:spChg chg="mod">
          <ac:chgData name="Findlay Copley" userId="6283a733-9867-4989-b502-3d8d61f5cf2d" providerId="ADAL" clId="{939FF412-86AB-42A3-A37D-64191BDF4691}" dt="2022-11-10T17:25:26.511" v="4260" actId="20577"/>
          <ac:spMkLst>
            <pc:docMk/>
            <pc:sldMk cId="87849863" sldId="287"/>
            <ac:spMk id="2" creationId="{D1A05E17-5D53-DE87-F7C7-072E89D71C1A}"/>
          </ac:spMkLst>
        </pc:spChg>
        <pc:spChg chg="mod">
          <ac:chgData name="Findlay Copley" userId="6283a733-9867-4989-b502-3d8d61f5cf2d" providerId="ADAL" clId="{939FF412-86AB-42A3-A37D-64191BDF4691}" dt="2022-11-13T17:22:14.991" v="5514" actId="5793"/>
          <ac:spMkLst>
            <pc:docMk/>
            <pc:sldMk cId="87849863" sldId="287"/>
            <ac:spMk id="3" creationId="{04154ED8-C0FB-01B1-9008-92B8A0AFE845}"/>
          </ac:spMkLst>
        </pc:spChg>
      </pc:sldChg>
      <pc:sldChg chg="modSp new modAnim">
        <pc:chgData name="Findlay Copley" userId="6283a733-9867-4989-b502-3d8d61f5cf2d" providerId="ADAL" clId="{939FF412-86AB-42A3-A37D-64191BDF4691}" dt="2022-11-13T17:03:18.429" v="4952" actId="5793"/>
        <pc:sldMkLst>
          <pc:docMk/>
          <pc:sldMk cId="1044887039" sldId="288"/>
        </pc:sldMkLst>
        <pc:spChg chg="mod">
          <ac:chgData name="Findlay Copley" userId="6283a733-9867-4989-b502-3d8d61f5cf2d" providerId="ADAL" clId="{939FF412-86AB-42A3-A37D-64191BDF4691}" dt="2022-11-13T17:03:18.429" v="4952" actId="5793"/>
          <ac:spMkLst>
            <pc:docMk/>
            <pc:sldMk cId="1044887039" sldId="288"/>
            <ac:spMk id="3" creationId="{4CEB0CE4-D2ED-E90A-72BB-34B9F3B397A5}"/>
          </ac:spMkLst>
        </pc:spChg>
      </pc:sldChg>
      <pc:sldChg chg="new del">
        <pc:chgData name="Findlay Copley" userId="6283a733-9867-4989-b502-3d8d61f5cf2d" providerId="ADAL" clId="{939FF412-86AB-42A3-A37D-64191BDF4691}" dt="2022-11-13T17:05:14.483" v="4963" actId="2696"/>
        <pc:sldMkLst>
          <pc:docMk/>
          <pc:sldMk cId="940449788" sldId="289"/>
        </pc:sldMkLst>
      </pc:sldChg>
      <pc:sldChg chg="add del">
        <pc:chgData name="Findlay Copley" userId="6283a733-9867-4989-b502-3d8d61f5cf2d" providerId="ADAL" clId="{939FF412-86AB-42A3-A37D-64191BDF4691}" dt="2022-11-13T18:09:40.370" v="6073" actId="47"/>
        <pc:sldMkLst>
          <pc:docMk/>
          <pc:sldMk cId="2392654403" sldId="289"/>
        </pc:sldMkLst>
      </pc:sldChg>
      <pc:sldChg chg="del">
        <pc:chgData name="Findlay Copley" userId="6283a733-9867-4989-b502-3d8d61f5cf2d" providerId="ADAL" clId="{939FF412-86AB-42A3-A37D-64191BDF4691}" dt="2022-11-13T17:04:58.168" v="4953" actId="47"/>
        <pc:sldMkLst>
          <pc:docMk/>
          <pc:sldMk cId="4161836888" sldId="289"/>
        </pc:sldMkLst>
      </pc:sldChg>
      <pc:sldChg chg="new del">
        <pc:chgData name="Findlay Copley" userId="6283a733-9867-4989-b502-3d8d61f5cf2d" providerId="ADAL" clId="{939FF412-86AB-42A3-A37D-64191BDF4691}" dt="2022-11-13T17:58:19.040" v="5985" actId="47"/>
        <pc:sldMkLst>
          <pc:docMk/>
          <pc:sldMk cId="1796001933" sldId="290"/>
        </pc:sldMkLst>
      </pc:sldChg>
      <pc:sldChg chg="addSp delSp modSp add mod addAnim delAnim modAnim">
        <pc:chgData name="Findlay Copley" userId="6283a733-9867-4989-b502-3d8d61f5cf2d" providerId="ADAL" clId="{939FF412-86AB-42A3-A37D-64191BDF4691}" dt="2022-11-13T18:10:12.347" v="6083" actId="20577"/>
        <pc:sldMkLst>
          <pc:docMk/>
          <pc:sldMk cId="1880567957" sldId="291"/>
        </pc:sldMkLst>
        <pc:spChg chg="mod">
          <ac:chgData name="Findlay Copley" userId="6283a733-9867-4989-b502-3d8d61f5cf2d" providerId="ADAL" clId="{939FF412-86AB-42A3-A37D-64191BDF4691}" dt="2022-11-13T18:10:12.347" v="6083" actId="20577"/>
          <ac:spMkLst>
            <pc:docMk/>
            <pc:sldMk cId="1880567957" sldId="291"/>
            <ac:spMk id="2" creationId="{EC4C9615-5FE5-16E6-EAAC-9A89EEB9CB5D}"/>
          </ac:spMkLst>
        </pc:spChg>
        <pc:spChg chg="del mod">
          <ac:chgData name="Findlay Copley" userId="6283a733-9867-4989-b502-3d8d61f5cf2d" providerId="ADAL" clId="{939FF412-86AB-42A3-A37D-64191BDF4691}" dt="2022-11-13T17:58:31.386" v="5987" actId="478"/>
          <ac:spMkLst>
            <pc:docMk/>
            <pc:sldMk cId="1880567957" sldId="291"/>
            <ac:spMk id="3" creationId="{C0AEF751-3D4B-7230-2C50-2B8CA72A2895}"/>
          </ac:spMkLst>
        </pc:spChg>
        <pc:spChg chg="add mod">
          <ac:chgData name="Findlay Copley" userId="6283a733-9867-4989-b502-3d8d61f5cf2d" providerId="ADAL" clId="{939FF412-86AB-42A3-A37D-64191BDF4691}" dt="2022-11-13T17:58:53.325" v="5991" actId="1076"/>
          <ac:spMkLst>
            <pc:docMk/>
            <pc:sldMk cId="1880567957" sldId="291"/>
            <ac:spMk id="29" creationId="{11803D87-C60A-3D11-567D-99E63017AB14}"/>
          </ac:spMkLst>
        </pc:spChg>
        <pc:spChg chg="add mod">
          <ac:chgData name="Findlay Copley" userId="6283a733-9867-4989-b502-3d8d61f5cf2d" providerId="ADAL" clId="{939FF412-86AB-42A3-A37D-64191BDF4691}" dt="2022-11-13T18:04:02.985" v="6056" actId="12789"/>
          <ac:spMkLst>
            <pc:docMk/>
            <pc:sldMk cId="1880567957" sldId="291"/>
            <ac:spMk id="30" creationId="{0E4147D8-2AB3-CC16-4BBE-1E69723EB51C}"/>
          </ac:spMkLst>
        </pc:spChg>
        <pc:spChg chg="add mod">
          <ac:chgData name="Findlay Copley" userId="6283a733-9867-4989-b502-3d8d61f5cf2d" providerId="ADAL" clId="{939FF412-86AB-42A3-A37D-64191BDF4691}" dt="2022-11-13T18:04:02.985" v="6056" actId="12789"/>
          <ac:spMkLst>
            <pc:docMk/>
            <pc:sldMk cId="1880567957" sldId="291"/>
            <ac:spMk id="31" creationId="{E2F5CE29-0687-8A2C-DD78-00A8411A8EC0}"/>
          </ac:spMkLst>
        </pc:spChg>
        <pc:spChg chg="add mod">
          <ac:chgData name="Findlay Copley" userId="6283a733-9867-4989-b502-3d8d61f5cf2d" providerId="ADAL" clId="{939FF412-86AB-42A3-A37D-64191BDF4691}" dt="2022-11-13T18:04:02.985" v="6056" actId="12789"/>
          <ac:spMkLst>
            <pc:docMk/>
            <pc:sldMk cId="1880567957" sldId="291"/>
            <ac:spMk id="32" creationId="{C87F29BD-6DC6-6E09-E62A-A54A1E9EF064}"/>
          </ac:spMkLst>
        </pc:spChg>
        <pc:spChg chg="add mod">
          <ac:chgData name="Findlay Copley" userId="6283a733-9867-4989-b502-3d8d61f5cf2d" providerId="ADAL" clId="{939FF412-86AB-42A3-A37D-64191BDF4691}" dt="2022-11-13T18:04:02.985" v="6056" actId="12789"/>
          <ac:spMkLst>
            <pc:docMk/>
            <pc:sldMk cId="1880567957" sldId="291"/>
            <ac:spMk id="33" creationId="{DDC01BA4-9384-0485-C3EE-74E6C74F8840}"/>
          </ac:spMkLst>
        </pc:spChg>
        <pc:spChg chg="mod">
          <ac:chgData name="Findlay Copley" userId="6283a733-9867-4989-b502-3d8d61f5cf2d" providerId="ADAL" clId="{939FF412-86AB-42A3-A37D-64191BDF4691}" dt="2022-11-13T17:59:37.518" v="5999" actId="1036"/>
          <ac:spMkLst>
            <pc:docMk/>
            <pc:sldMk cId="1880567957" sldId="291"/>
            <ac:spMk id="56" creationId="{33FE8C55-2E4B-3494-700B-4985A159E5D0}"/>
          </ac:spMkLst>
        </pc:spChg>
        <pc:spChg chg="add del mod">
          <ac:chgData name="Findlay Copley" userId="6283a733-9867-4989-b502-3d8d61f5cf2d" providerId="ADAL" clId="{939FF412-86AB-42A3-A37D-64191BDF4691}" dt="2022-11-13T18:04:02.985" v="6056" actId="12789"/>
          <ac:spMkLst>
            <pc:docMk/>
            <pc:sldMk cId="1880567957" sldId="291"/>
            <ac:spMk id="59" creationId="{18B97268-E4C8-8536-9329-C8661EFDBCFC}"/>
          </ac:spMkLst>
        </pc:spChg>
        <pc:spChg chg="del mod">
          <ac:chgData name="Findlay Copley" userId="6283a733-9867-4989-b502-3d8d61f5cf2d" providerId="ADAL" clId="{939FF412-86AB-42A3-A37D-64191BDF4691}" dt="2022-11-13T18:05:36.622" v="6064" actId="478"/>
          <ac:spMkLst>
            <pc:docMk/>
            <pc:sldMk cId="1880567957" sldId="291"/>
            <ac:spMk id="60" creationId="{24446BD1-A197-42CD-E5F6-4DD4BB40E9C7}"/>
          </ac:spMkLst>
        </pc:spChg>
        <pc:spChg chg="del mod">
          <ac:chgData name="Findlay Copley" userId="6283a733-9867-4989-b502-3d8d61f5cf2d" providerId="ADAL" clId="{939FF412-86AB-42A3-A37D-64191BDF4691}" dt="2022-11-13T18:05:36.622" v="6064" actId="478"/>
          <ac:spMkLst>
            <pc:docMk/>
            <pc:sldMk cId="1880567957" sldId="291"/>
            <ac:spMk id="61" creationId="{6D9480DD-F49A-A4C4-F71A-7F0ECDD3B8A9}"/>
          </ac:spMkLst>
        </pc:spChg>
        <pc:spChg chg="del mod">
          <ac:chgData name="Findlay Copley" userId="6283a733-9867-4989-b502-3d8d61f5cf2d" providerId="ADAL" clId="{939FF412-86AB-42A3-A37D-64191BDF4691}" dt="2022-11-13T18:05:36.622" v="6064" actId="478"/>
          <ac:spMkLst>
            <pc:docMk/>
            <pc:sldMk cId="1880567957" sldId="291"/>
            <ac:spMk id="62" creationId="{ED123799-79B6-3F28-607A-DB06BA8B5797}"/>
          </ac:spMkLst>
        </pc:spChg>
        <pc:spChg chg="del mod">
          <ac:chgData name="Findlay Copley" userId="6283a733-9867-4989-b502-3d8d61f5cf2d" providerId="ADAL" clId="{939FF412-86AB-42A3-A37D-64191BDF4691}" dt="2022-11-13T18:05:36.622" v="6064" actId="478"/>
          <ac:spMkLst>
            <pc:docMk/>
            <pc:sldMk cId="1880567957" sldId="291"/>
            <ac:spMk id="63" creationId="{E30B0A95-1159-5F6D-370F-D27E14D4D0EF}"/>
          </ac:spMkLst>
        </pc:spChg>
        <pc:spChg chg="del mod">
          <ac:chgData name="Findlay Copley" userId="6283a733-9867-4989-b502-3d8d61f5cf2d" providerId="ADAL" clId="{939FF412-86AB-42A3-A37D-64191BDF4691}" dt="2022-11-13T18:05:36.622" v="6064" actId="478"/>
          <ac:spMkLst>
            <pc:docMk/>
            <pc:sldMk cId="1880567957" sldId="291"/>
            <ac:spMk id="64" creationId="{7F0B8ED6-B3F4-FC63-6554-4CF5B53495BA}"/>
          </ac:spMkLst>
        </pc:spChg>
      </pc:sldChg>
    </pc:docChg>
  </pc:docChgLst>
  <pc:docChgLst>
    <pc:chgData name="Findlay Copley" userId="6283a733-9867-4989-b502-3d8d61f5cf2d" providerId="ADAL" clId="{4F44BE54-C6A1-43C2-AE27-65572D0B0FEF}"/>
    <pc:docChg chg="custSel addSld modSld">
      <pc:chgData name="Findlay Copley" userId="6283a733-9867-4989-b502-3d8d61f5cf2d" providerId="ADAL" clId="{4F44BE54-C6A1-43C2-AE27-65572D0B0FEF}" dt="2022-11-14T15:41:58.817" v="278" actId="478"/>
      <pc:docMkLst>
        <pc:docMk/>
      </pc:docMkLst>
      <pc:sldChg chg="addSp delSp modSp mod">
        <pc:chgData name="Findlay Copley" userId="6283a733-9867-4989-b502-3d8d61f5cf2d" providerId="ADAL" clId="{4F44BE54-C6A1-43C2-AE27-65572D0B0FEF}" dt="2022-11-14T15:41:58.817" v="278" actId="478"/>
        <pc:sldMkLst>
          <pc:docMk/>
          <pc:sldMk cId="1572335603" sldId="257"/>
        </pc:sldMkLst>
        <pc:graphicFrameChg chg="add del modGraphic">
          <ac:chgData name="Findlay Copley" userId="6283a733-9867-4989-b502-3d8d61f5cf2d" providerId="ADAL" clId="{4F44BE54-C6A1-43C2-AE27-65572D0B0FEF}" dt="2022-11-14T15:41:58.817" v="278" actId="478"/>
          <ac:graphicFrameMkLst>
            <pc:docMk/>
            <pc:sldMk cId="1572335603" sldId="257"/>
            <ac:graphicFrameMk id="5" creationId="{D9C6AED0-F853-8BC1-BF51-6B48DE79FCBF}"/>
          </ac:graphicFrameMkLst>
        </pc:graphicFrameChg>
      </pc:sldChg>
      <pc:sldChg chg="modSp mod">
        <pc:chgData name="Findlay Copley" userId="6283a733-9867-4989-b502-3d8d61f5cf2d" providerId="ADAL" clId="{4F44BE54-C6A1-43C2-AE27-65572D0B0FEF}" dt="2022-11-11T09:42:35.065" v="250" actId="20577"/>
        <pc:sldMkLst>
          <pc:docMk/>
          <pc:sldMk cId="1044887039" sldId="288"/>
        </pc:sldMkLst>
        <pc:spChg chg="mod">
          <ac:chgData name="Findlay Copley" userId="6283a733-9867-4989-b502-3d8d61f5cf2d" providerId="ADAL" clId="{4F44BE54-C6A1-43C2-AE27-65572D0B0FEF}" dt="2022-11-11T09:37:32.090" v="19" actId="20577"/>
          <ac:spMkLst>
            <pc:docMk/>
            <pc:sldMk cId="1044887039" sldId="288"/>
            <ac:spMk id="2" creationId="{4FF27B4D-D47F-2521-511D-2DBCBCD504B7}"/>
          </ac:spMkLst>
        </pc:spChg>
        <pc:spChg chg="mod">
          <ac:chgData name="Findlay Copley" userId="6283a733-9867-4989-b502-3d8d61f5cf2d" providerId="ADAL" clId="{4F44BE54-C6A1-43C2-AE27-65572D0B0FEF}" dt="2022-11-11T09:42:35.065" v="250" actId="20577"/>
          <ac:spMkLst>
            <pc:docMk/>
            <pc:sldMk cId="1044887039" sldId="288"/>
            <ac:spMk id="3" creationId="{4CEB0CE4-D2ED-E90A-72BB-34B9F3B397A5}"/>
          </ac:spMkLst>
        </pc:spChg>
      </pc:sldChg>
      <pc:sldChg chg="modSp new mod">
        <pc:chgData name="Findlay Copley" userId="6283a733-9867-4989-b502-3d8d61f5cf2d" providerId="ADAL" clId="{4F44BE54-C6A1-43C2-AE27-65572D0B0FEF}" dt="2022-11-11T12:12:18.610" v="276" actId="20577"/>
        <pc:sldMkLst>
          <pc:docMk/>
          <pc:sldMk cId="4161836888" sldId="289"/>
        </pc:sldMkLst>
        <pc:spChg chg="mod">
          <ac:chgData name="Findlay Copley" userId="6283a733-9867-4989-b502-3d8d61f5cf2d" providerId="ADAL" clId="{4F44BE54-C6A1-43C2-AE27-65572D0B0FEF}" dt="2022-11-11T12:12:18.610" v="276" actId="20577"/>
          <ac:spMkLst>
            <pc:docMk/>
            <pc:sldMk cId="4161836888" sldId="289"/>
            <ac:spMk id="2" creationId="{0FC8A109-AECF-7A6B-9694-0E5FC009CC82}"/>
          </ac:spMkLst>
        </pc:spChg>
      </pc:sldChg>
    </pc:docChg>
  </pc:docChgLst>
  <pc:docChgLst>
    <pc:chgData name="Findlay Copley" userId="6283a733-9867-4989-b502-3d8d61f5cf2d" providerId="ADAL" clId="{545FF2D9-FB83-4E2F-B191-EB9A453FB3C8}"/>
    <pc:docChg chg="undo custSel addSld delSld modSld sldOrd">
      <pc:chgData name="Findlay Copley" userId="6283a733-9867-4989-b502-3d8d61f5cf2d" providerId="ADAL" clId="{545FF2D9-FB83-4E2F-B191-EB9A453FB3C8}" dt="2022-11-08T15:32:52.574" v="740" actId="20577"/>
      <pc:docMkLst>
        <pc:docMk/>
      </pc:docMkLst>
      <pc:sldChg chg="modSp add del mod">
        <pc:chgData name="Findlay Copley" userId="6283a733-9867-4989-b502-3d8d61f5cf2d" providerId="ADAL" clId="{545FF2D9-FB83-4E2F-B191-EB9A453FB3C8}" dt="2022-11-08T14:52:19.582" v="40" actId="20577"/>
        <pc:sldMkLst>
          <pc:docMk/>
          <pc:sldMk cId="2924438818" sldId="256"/>
        </pc:sldMkLst>
        <pc:spChg chg="mod">
          <ac:chgData name="Findlay Copley" userId="6283a733-9867-4989-b502-3d8d61f5cf2d" providerId="ADAL" clId="{545FF2D9-FB83-4E2F-B191-EB9A453FB3C8}" dt="2022-11-08T14:52:19.582" v="40" actId="20577"/>
          <ac:spMkLst>
            <pc:docMk/>
            <pc:sldMk cId="2924438818" sldId="256"/>
            <ac:spMk id="11" creationId="{00000000-0000-0000-0000-000000000000}"/>
          </ac:spMkLst>
        </pc:spChg>
      </pc:sldChg>
      <pc:sldChg chg="modSp new mod">
        <pc:chgData name="Findlay Copley" userId="6283a733-9867-4989-b502-3d8d61f5cf2d" providerId="ADAL" clId="{545FF2D9-FB83-4E2F-B191-EB9A453FB3C8}" dt="2022-11-08T14:53:10.804" v="160" actId="20577"/>
        <pc:sldMkLst>
          <pc:docMk/>
          <pc:sldMk cId="1572335603" sldId="257"/>
        </pc:sldMkLst>
        <pc:spChg chg="mod">
          <ac:chgData name="Findlay Copley" userId="6283a733-9867-4989-b502-3d8d61f5cf2d" providerId="ADAL" clId="{545FF2D9-FB83-4E2F-B191-EB9A453FB3C8}" dt="2022-11-08T14:52:28.815" v="46" actId="20577"/>
          <ac:spMkLst>
            <pc:docMk/>
            <pc:sldMk cId="1572335603" sldId="257"/>
            <ac:spMk id="2" creationId="{45DFD1F5-A08B-C40B-EA72-BD30941F5946}"/>
          </ac:spMkLst>
        </pc:spChg>
        <pc:spChg chg="mod">
          <ac:chgData name="Findlay Copley" userId="6283a733-9867-4989-b502-3d8d61f5cf2d" providerId="ADAL" clId="{545FF2D9-FB83-4E2F-B191-EB9A453FB3C8}" dt="2022-11-08T14:53:10.804" v="160" actId="20577"/>
          <ac:spMkLst>
            <pc:docMk/>
            <pc:sldMk cId="1572335603" sldId="257"/>
            <ac:spMk id="3" creationId="{E93F1175-C639-636A-7CA8-518D42E2F9F2}"/>
          </ac:spMkLst>
        </pc:spChg>
      </pc:sldChg>
      <pc:sldChg chg="add del">
        <pc:chgData name="Findlay Copley" userId="6283a733-9867-4989-b502-3d8d61f5cf2d" providerId="ADAL" clId="{545FF2D9-FB83-4E2F-B191-EB9A453FB3C8}" dt="2022-11-08T14:52:24.787" v="41" actId="47"/>
        <pc:sldMkLst>
          <pc:docMk/>
          <pc:sldMk cId="3620067324" sldId="257"/>
        </pc:sldMkLst>
      </pc:sldChg>
      <pc:sldChg chg="modSp new mod">
        <pc:chgData name="Findlay Copley" userId="6283a733-9867-4989-b502-3d8d61f5cf2d" providerId="ADAL" clId="{545FF2D9-FB83-4E2F-B191-EB9A453FB3C8}" dt="2022-11-08T14:53:23.916" v="195" actId="20577"/>
        <pc:sldMkLst>
          <pc:docMk/>
          <pc:sldMk cId="1194152639" sldId="258"/>
        </pc:sldMkLst>
        <pc:spChg chg="mod">
          <ac:chgData name="Findlay Copley" userId="6283a733-9867-4989-b502-3d8d61f5cf2d" providerId="ADAL" clId="{545FF2D9-FB83-4E2F-B191-EB9A453FB3C8}" dt="2022-11-08T14:53:23.916" v="195" actId="20577"/>
          <ac:spMkLst>
            <pc:docMk/>
            <pc:sldMk cId="1194152639" sldId="258"/>
            <ac:spMk id="2" creationId="{E97D7889-7BB3-6BDB-39FB-CB46934C5E4F}"/>
          </ac:spMkLst>
        </pc:spChg>
      </pc:sldChg>
      <pc:sldChg chg="add del">
        <pc:chgData name="Findlay Copley" userId="6283a733-9867-4989-b502-3d8d61f5cf2d" providerId="ADAL" clId="{545FF2D9-FB83-4E2F-B191-EB9A453FB3C8}" dt="2022-11-08T14:52:24.787" v="41" actId="47"/>
        <pc:sldMkLst>
          <pc:docMk/>
          <pc:sldMk cId="1668611087" sldId="258"/>
        </pc:sldMkLst>
      </pc:sldChg>
      <pc:sldChg chg="modSp new mod ord">
        <pc:chgData name="Findlay Copley" userId="6283a733-9867-4989-b502-3d8d61f5cf2d" providerId="ADAL" clId="{545FF2D9-FB83-4E2F-B191-EB9A453FB3C8}" dt="2022-11-08T14:53:31.894" v="215" actId="20577"/>
        <pc:sldMkLst>
          <pc:docMk/>
          <pc:sldMk cId="1839895342" sldId="259"/>
        </pc:sldMkLst>
        <pc:spChg chg="mod">
          <ac:chgData name="Findlay Copley" userId="6283a733-9867-4989-b502-3d8d61f5cf2d" providerId="ADAL" clId="{545FF2D9-FB83-4E2F-B191-EB9A453FB3C8}" dt="2022-11-08T14:53:31.894" v="215" actId="20577"/>
          <ac:spMkLst>
            <pc:docMk/>
            <pc:sldMk cId="1839895342" sldId="259"/>
            <ac:spMk id="2" creationId="{28D74254-7F7A-484A-F4F4-4E0AE4CBF628}"/>
          </ac:spMkLst>
        </pc:spChg>
      </pc:sldChg>
      <pc:sldChg chg="add del">
        <pc:chgData name="Findlay Copley" userId="6283a733-9867-4989-b502-3d8d61f5cf2d" providerId="ADAL" clId="{545FF2D9-FB83-4E2F-B191-EB9A453FB3C8}" dt="2022-11-08T14:52:24.787" v="41" actId="47"/>
        <pc:sldMkLst>
          <pc:docMk/>
          <pc:sldMk cId="2603844443" sldId="259"/>
        </pc:sldMkLst>
      </pc:sldChg>
      <pc:sldChg chg="add del">
        <pc:chgData name="Findlay Copley" userId="6283a733-9867-4989-b502-3d8d61f5cf2d" providerId="ADAL" clId="{545FF2D9-FB83-4E2F-B191-EB9A453FB3C8}" dt="2022-11-08T14:52:24.787" v="41" actId="47"/>
        <pc:sldMkLst>
          <pc:docMk/>
          <pc:sldMk cId="1574965717" sldId="260"/>
        </pc:sldMkLst>
      </pc:sldChg>
      <pc:sldChg chg="modSp new mod">
        <pc:chgData name="Findlay Copley" userId="6283a733-9867-4989-b502-3d8d61f5cf2d" providerId="ADAL" clId="{545FF2D9-FB83-4E2F-B191-EB9A453FB3C8}" dt="2022-11-08T14:53:40.326" v="231" actId="20577"/>
        <pc:sldMkLst>
          <pc:docMk/>
          <pc:sldMk cId="3077017755" sldId="260"/>
        </pc:sldMkLst>
        <pc:spChg chg="mod">
          <ac:chgData name="Findlay Copley" userId="6283a733-9867-4989-b502-3d8d61f5cf2d" providerId="ADAL" clId="{545FF2D9-FB83-4E2F-B191-EB9A453FB3C8}" dt="2022-11-08T14:53:40.326" v="231" actId="20577"/>
          <ac:spMkLst>
            <pc:docMk/>
            <pc:sldMk cId="3077017755" sldId="260"/>
            <ac:spMk id="2" creationId="{D24D7AEF-1870-63F5-3EFB-137D59F15F48}"/>
          </ac:spMkLst>
        </pc:spChg>
      </pc:sldChg>
      <pc:sldChg chg="modSp new mod">
        <pc:chgData name="Findlay Copley" userId="6283a733-9867-4989-b502-3d8d61f5cf2d" providerId="ADAL" clId="{545FF2D9-FB83-4E2F-B191-EB9A453FB3C8}" dt="2022-11-08T14:54:10.193" v="279" actId="20577"/>
        <pc:sldMkLst>
          <pc:docMk/>
          <pc:sldMk cId="1853315376" sldId="261"/>
        </pc:sldMkLst>
        <pc:spChg chg="mod">
          <ac:chgData name="Findlay Copley" userId="6283a733-9867-4989-b502-3d8d61f5cf2d" providerId="ADAL" clId="{545FF2D9-FB83-4E2F-B191-EB9A453FB3C8}" dt="2022-11-08T14:53:51.575" v="244" actId="20577"/>
          <ac:spMkLst>
            <pc:docMk/>
            <pc:sldMk cId="1853315376" sldId="261"/>
            <ac:spMk id="2" creationId="{358A4639-326F-0E86-72CA-CE4ABDDACB1C}"/>
          </ac:spMkLst>
        </pc:spChg>
        <pc:spChg chg="mod">
          <ac:chgData name="Findlay Copley" userId="6283a733-9867-4989-b502-3d8d61f5cf2d" providerId="ADAL" clId="{545FF2D9-FB83-4E2F-B191-EB9A453FB3C8}" dt="2022-11-08T14:54:10.193" v="279" actId="20577"/>
          <ac:spMkLst>
            <pc:docMk/>
            <pc:sldMk cId="1853315376" sldId="261"/>
            <ac:spMk id="3" creationId="{81CAE0C1-B19B-FD85-2892-90C2D78E0911}"/>
          </ac:spMkLst>
        </pc:spChg>
      </pc:sldChg>
      <pc:sldChg chg="add del">
        <pc:chgData name="Findlay Copley" userId="6283a733-9867-4989-b502-3d8d61f5cf2d" providerId="ADAL" clId="{545FF2D9-FB83-4E2F-B191-EB9A453FB3C8}" dt="2022-11-08T14:52:24.787" v="41" actId="47"/>
        <pc:sldMkLst>
          <pc:docMk/>
          <pc:sldMk cId="3480049763" sldId="261"/>
        </pc:sldMkLst>
      </pc:sldChg>
      <pc:sldChg chg="add del">
        <pc:chgData name="Findlay Copley" userId="6283a733-9867-4989-b502-3d8d61f5cf2d" providerId="ADAL" clId="{545FF2D9-FB83-4E2F-B191-EB9A453FB3C8}" dt="2022-11-08T14:52:24.787" v="41" actId="47"/>
        <pc:sldMkLst>
          <pc:docMk/>
          <pc:sldMk cId="1641776159" sldId="262"/>
        </pc:sldMkLst>
      </pc:sldChg>
      <pc:sldChg chg="modSp new mod">
        <pc:chgData name="Findlay Copley" userId="6283a733-9867-4989-b502-3d8d61f5cf2d" providerId="ADAL" clId="{545FF2D9-FB83-4E2F-B191-EB9A453FB3C8}" dt="2022-11-08T14:54:19.130" v="286" actId="20577"/>
        <pc:sldMkLst>
          <pc:docMk/>
          <pc:sldMk cId="2537796152" sldId="262"/>
        </pc:sldMkLst>
        <pc:spChg chg="mod">
          <ac:chgData name="Findlay Copley" userId="6283a733-9867-4989-b502-3d8d61f5cf2d" providerId="ADAL" clId="{545FF2D9-FB83-4E2F-B191-EB9A453FB3C8}" dt="2022-11-08T14:54:19.130" v="286" actId="20577"/>
          <ac:spMkLst>
            <pc:docMk/>
            <pc:sldMk cId="2537796152" sldId="262"/>
            <ac:spMk id="2" creationId="{D8C53BAE-F83E-31D9-BC27-E5FF3319FFA7}"/>
          </ac:spMkLst>
        </pc:spChg>
      </pc:sldChg>
      <pc:sldChg chg="add del">
        <pc:chgData name="Findlay Copley" userId="6283a733-9867-4989-b502-3d8d61f5cf2d" providerId="ADAL" clId="{545FF2D9-FB83-4E2F-B191-EB9A453FB3C8}" dt="2022-11-08T14:52:24.787" v="41" actId="47"/>
        <pc:sldMkLst>
          <pc:docMk/>
          <pc:sldMk cId="3698669" sldId="263"/>
        </pc:sldMkLst>
      </pc:sldChg>
      <pc:sldChg chg="addSp delSp modSp new del mod modAnim">
        <pc:chgData name="Findlay Copley" userId="6283a733-9867-4989-b502-3d8d61f5cf2d" providerId="ADAL" clId="{545FF2D9-FB83-4E2F-B191-EB9A453FB3C8}" dt="2022-11-08T15:01:35.192" v="414" actId="2696"/>
        <pc:sldMkLst>
          <pc:docMk/>
          <pc:sldMk cId="1197059929" sldId="263"/>
        </pc:sldMkLst>
        <pc:spChg chg="mod">
          <ac:chgData name="Findlay Copley" userId="6283a733-9867-4989-b502-3d8d61f5cf2d" providerId="ADAL" clId="{545FF2D9-FB83-4E2F-B191-EB9A453FB3C8}" dt="2022-11-08T14:54:28.301" v="307" actId="20577"/>
          <ac:spMkLst>
            <pc:docMk/>
            <pc:sldMk cId="1197059929" sldId="263"/>
            <ac:spMk id="2" creationId="{A16679DB-7BBC-9AAA-9165-264DEAC5F214}"/>
          </ac:spMkLst>
        </pc:spChg>
        <pc:spChg chg="del">
          <ac:chgData name="Findlay Copley" userId="6283a733-9867-4989-b502-3d8d61f5cf2d" providerId="ADAL" clId="{545FF2D9-FB83-4E2F-B191-EB9A453FB3C8}" dt="2022-11-08T14:57:34.133" v="355" actId="478"/>
          <ac:spMkLst>
            <pc:docMk/>
            <pc:sldMk cId="1197059929" sldId="263"/>
            <ac:spMk id="3" creationId="{770C828A-3F4E-7AF4-1C97-3644653020AB}"/>
          </ac:spMkLst>
        </pc:spChg>
        <pc:spChg chg="add mod ord">
          <ac:chgData name="Findlay Copley" userId="6283a733-9867-4989-b502-3d8d61f5cf2d" providerId="ADAL" clId="{545FF2D9-FB83-4E2F-B191-EB9A453FB3C8}" dt="2022-11-08T14:55:58.590" v="331" actId="555"/>
          <ac:spMkLst>
            <pc:docMk/>
            <pc:sldMk cId="1197059929" sldId="263"/>
            <ac:spMk id="4" creationId="{54086BB0-97A1-A0DC-86B0-1A2E06C0A6A2}"/>
          </ac:spMkLst>
        </pc:spChg>
        <pc:spChg chg="add mod">
          <ac:chgData name="Findlay Copley" userId="6283a733-9867-4989-b502-3d8d61f5cf2d" providerId="ADAL" clId="{545FF2D9-FB83-4E2F-B191-EB9A453FB3C8}" dt="2022-11-08T14:58:35.367" v="370" actId="553"/>
          <ac:spMkLst>
            <pc:docMk/>
            <pc:sldMk cId="1197059929" sldId="263"/>
            <ac:spMk id="5" creationId="{C4CCCB2D-69B0-C2D7-9A5F-0ED2EDBBBAE9}"/>
          </ac:spMkLst>
        </pc:spChg>
        <pc:spChg chg="add mod">
          <ac:chgData name="Findlay Copley" userId="6283a733-9867-4989-b502-3d8d61f5cf2d" providerId="ADAL" clId="{545FF2D9-FB83-4E2F-B191-EB9A453FB3C8}" dt="2022-11-08T14:56:15.309" v="337" actId="1035"/>
          <ac:spMkLst>
            <pc:docMk/>
            <pc:sldMk cId="1197059929" sldId="263"/>
            <ac:spMk id="6" creationId="{EC07C962-B413-E7B5-4ACE-52CB5B93194E}"/>
          </ac:spMkLst>
        </pc:spChg>
        <pc:spChg chg="add mod">
          <ac:chgData name="Findlay Copley" userId="6283a733-9867-4989-b502-3d8d61f5cf2d" providerId="ADAL" clId="{545FF2D9-FB83-4E2F-B191-EB9A453FB3C8}" dt="2022-11-08T14:57:16.668" v="349" actId="164"/>
          <ac:spMkLst>
            <pc:docMk/>
            <pc:sldMk cId="1197059929" sldId="263"/>
            <ac:spMk id="7" creationId="{563739DC-2354-152E-6BB8-EC95E2C7A4CF}"/>
          </ac:spMkLst>
        </pc:spChg>
        <pc:spChg chg="add mod">
          <ac:chgData name="Findlay Copley" userId="6283a733-9867-4989-b502-3d8d61f5cf2d" providerId="ADAL" clId="{545FF2D9-FB83-4E2F-B191-EB9A453FB3C8}" dt="2022-11-08T14:57:16.668" v="349" actId="164"/>
          <ac:spMkLst>
            <pc:docMk/>
            <pc:sldMk cId="1197059929" sldId="263"/>
            <ac:spMk id="8" creationId="{51DC9904-4860-96F2-968D-4A143D90A696}"/>
          </ac:spMkLst>
        </pc:spChg>
        <pc:spChg chg="add del mod">
          <ac:chgData name="Findlay Copley" userId="6283a733-9867-4989-b502-3d8d61f5cf2d" providerId="ADAL" clId="{545FF2D9-FB83-4E2F-B191-EB9A453FB3C8}" dt="2022-11-08T14:57:20.355" v="350" actId="478"/>
          <ac:spMkLst>
            <pc:docMk/>
            <pc:sldMk cId="1197059929" sldId="263"/>
            <ac:spMk id="9" creationId="{70676E8F-FED7-208F-CD5E-8160A674F7A2}"/>
          </ac:spMkLst>
        </pc:spChg>
        <pc:spChg chg="add del mod">
          <ac:chgData name="Findlay Copley" userId="6283a733-9867-4989-b502-3d8d61f5cf2d" providerId="ADAL" clId="{545FF2D9-FB83-4E2F-B191-EB9A453FB3C8}" dt="2022-11-08T14:57:20.355" v="350" actId="478"/>
          <ac:spMkLst>
            <pc:docMk/>
            <pc:sldMk cId="1197059929" sldId="263"/>
            <ac:spMk id="10" creationId="{9DCFB649-525A-84A2-1F5D-9CAF7EE16271}"/>
          </ac:spMkLst>
        </pc:spChg>
        <pc:spChg chg="add del mod">
          <ac:chgData name="Findlay Copley" userId="6283a733-9867-4989-b502-3d8d61f5cf2d" providerId="ADAL" clId="{545FF2D9-FB83-4E2F-B191-EB9A453FB3C8}" dt="2022-11-08T14:57:20.355" v="350" actId="478"/>
          <ac:spMkLst>
            <pc:docMk/>
            <pc:sldMk cId="1197059929" sldId="263"/>
            <ac:spMk id="11" creationId="{1A59AFA4-CC85-9FF6-1729-D17A1EEABAA2}"/>
          </ac:spMkLst>
        </pc:spChg>
        <pc:spChg chg="add del mod">
          <ac:chgData name="Findlay Copley" userId="6283a733-9867-4989-b502-3d8d61f5cf2d" providerId="ADAL" clId="{545FF2D9-FB83-4E2F-B191-EB9A453FB3C8}" dt="2022-11-08T14:57:20.355" v="350" actId="478"/>
          <ac:spMkLst>
            <pc:docMk/>
            <pc:sldMk cId="1197059929" sldId="263"/>
            <ac:spMk id="12" creationId="{7FDC0E98-C161-437B-9679-AFCB86CD0D96}"/>
          </ac:spMkLst>
        </pc:spChg>
        <pc:spChg chg="mod">
          <ac:chgData name="Findlay Copley" userId="6283a733-9867-4989-b502-3d8d61f5cf2d" providerId="ADAL" clId="{545FF2D9-FB83-4E2F-B191-EB9A453FB3C8}" dt="2022-11-08T14:57:22.504" v="351"/>
          <ac:spMkLst>
            <pc:docMk/>
            <pc:sldMk cId="1197059929" sldId="263"/>
            <ac:spMk id="15" creationId="{2A31344C-68DA-3322-1CE2-36B4FFE754F7}"/>
          </ac:spMkLst>
        </pc:spChg>
        <pc:spChg chg="mod">
          <ac:chgData name="Findlay Copley" userId="6283a733-9867-4989-b502-3d8d61f5cf2d" providerId="ADAL" clId="{545FF2D9-FB83-4E2F-B191-EB9A453FB3C8}" dt="2022-11-08T14:57:22.504" v="351"/>
          <ac:spMkLst>
            <pc:docMk/>
            <pc:sldMk cId="1197059929" sldId="263"/>
            <ac:spMk id="16" creationId="{91918462-AE9A-66FA-9840-B1FFEC58B0B9}"/>
          </ac:spMkLst>
        </pc:spChg>
        <pc:spChg chg="mod">
          <ac:chgData name="Findlay Copley" userId="6283a733-9867-4989-b502-3d8d61f5cf2d" providerId="ADAL" clId="{545FF2D9-FB83-4E2F-B191-EB9A453FB3C8}" dt="2022-11-08T14:57:26.160" v="353"/>
          <ac:spMkLst>
            <pc:docMk/>
            <pc:sldMk cId="1197059929" sldId="263"/>
            <ac:spMk id="18" creationId="{80575631-F06C-B066-1469-18ED1B6ECEE4}"/>
          </ac:spMkLst>
        </pc:spChg>
        <pc:spChg chg="mod">
          <ac:chgData name="Findlay Copley" userId="6283a733-9867-4989-b502-3d8d61f5cf2d" providerId="ADAL" clId="{545FF2D9-FB83-4E2F-B191-EB9A453FB3C8}" dt="2022-11-08T14:57:26.160" v="353"/>
          <ac:spMkLst>
            <pc:docMk/>
            <pc:sldMk cId="1197059929" sldId="263"/>
            <ac:spMk id="19" creationId="{C026D11A-CD7B-A083-2157-6740A343CFB4}"/>
          </ac:spMkLst>
        </pc:spChg>
        <pc:spChg chg="add mod">
          <ac:chgData name="Findlay Copley" userId="6283a733-9867-4989-b502-3d8d61f5cf2d" providerId="ADAL" clId="{545FF2D9-FB83-4E2F-B191-EB9A453FB3C8}" dt="2022-11-08T15:00:37.801" v="402" actId="12789"/>
          <ac:spMkLst>
            <pc:docMk/>
            <pc:sldMk cId="1197059929" sldId="263"/>
            <ac:spMk id="20" creationId="{D516EA03-83D0-7E60-F1F0-F653F6DFA843}"/>
          </ac:spMkLst>
        </pc:spChg>
        <pc:spChg chg="add del mod">
          <ac:chgData name="Findlay Copley" userId="6283a733-9867-4989-b502-3d8d61f5cf2d" providerId="ADAL" clId="{545FF2D9-FB83-4E2F-B191-EB9A453FB3C8}" dt="2022-11-08T14:58:19.952" v="365" actId="478"/>
          <ac:spMkLst>
            <pc:docMk/>
            <pc:sldMk cId="1197059929" sldId="263"/>
            <ac:spMk id="21" creationId="{12C6524B-DAFA-01D9-7759-FA5722231B7F}"/>
          </ac:spMkLst>
        </pc:spChg>
        <pc:spChg chg="add mod">
          <ac:chgData name="Findlay Copley" userId="6283a733-9867-4989-b502-3d8d61f5cf2d" providerId="ADAL" clId="{545FF2D9-FB83-4E2F-B191-EB9A453FB3C8}" dt="2022-11-08T14:58:41.612" v="371" actId="2085"/>
          <ac:spMkLst>
            <pc:docMk/>
            <pc:sldMk cId="1197059929" sldId="263"/>
            <ac:spMk id="22" creationId="{6EA794B6-4881-1037-C534-17FB361E4B45}"/>
          </ac:spMkLst>
        </pc:spChg>
        <pc:spChg chg="add del mod ord">
          <ac:chgData name="Findlay Copley" userId="6283a733-9867-4989-b502-3d8d61f5cf2d" providerId="ADAL" clId="{545FF2D9-FB83-4E2F-B191-EB9A453FB3C8}" dt="2022-11-08T15:01:24.002" v="411" actId="478"/>
          <ac:spMkLst>
            <pc:docMk/>
            <pc:sldMk cId="1197059929" sldId="263"/>
            <ac:spMk id="23" creationId="{F928CDF7-8AE3-3FBE-9C50-1B867BA98506}"/>
          </ac:spMkLst>
        </pc:spChg>
        <pc:spChg chg="add del mod">
          <ac:chgData name="Findlay Copley" userId="6283a733-9867-4989-b502-3d8d61f5cf2d" providerId="ADAL" clId="{545FF2D9-FB83-4E2F-B191-EB9A453FB3C8}" dt="2022-11-08T15:01:24.610" v="412" actId="478"/>
          <ac:spMkLst>
            <pc:docMk/>
            <pc:sldMk cId="1197059929" sldId="263"/>
            <ac:spMk id="24" creationId="{9BEB6EB8-2C8F-1AAB-6AF5-2C4262E289C2}"/>
          </ac:spMkLst>
        </pc:spChg>
        <pc:grpChg chg="add del mod">
          <ac:chgData name="Findlay Copley" userId="6283a733-9867-4989-b502-3d8d61f5cf2d" providerId="ADAL" clId="{545FF2D9-FB83-4E2F-B191-EB9A453FB3C8}" dt="2022-11-08T14:57:34.133" v="355" actId="478"/>
          <ac:grpSpMkLst>
            <pc:docMk/>
            <pc:sldMk cId="1197059929" sldId="263"/>
            <ac:grpSpMk id="13" creationId="{F4B79D7A-1243-8ABD-3442-BE3659258C9B}"/>
          </ac:grpSpMkLst>
        </pc:grpChg>
        <pc:grpChg chg="add del mod">
          <ac:chgData name="Findlay Copley" userId="6283a733-9867-4989-b502-3d8d61f5cf2d" providerId="ADAL" clId="{545FF2D9-FB83-4E2F-B191-EB9A453FB3C8}" dt="2022-11-08T14:57:34.133" v="355" actId="478"/>
          <ac:grpSpMkLst>
            <pc:docMk/>
            <pc:sldMk cId="1197059929" sldId="263"/>
            <ac:grpSpMk id="14" creationId="{D992A91B-41C4-29F7-7CD3-CDA61C64077A}"/>
          </ac:grpSpMkLst>
        </pc:grpChg>
        <pc:grpChg chg="add del mod">
          <ac:chgData name="Findlay Copley" userId="6283a733-9867-4989-b502-3d8d61f5cf2d" providerId="ADAL" clId="{545FF2D9-FB83-4E2F-B191-EB9A453FB3C8}" dt="2022-11-08T14:57:34.133" v="355" actId="478"/>
          <ac:grpSpMkLst>
            <pc:docMk/>
            <pc:sldMk cId="1197059929" sldId="263"/>
            <ac:grpSpMk id="17" creationId="{BAF45BB5-304C-059E-A626-7A20E3C550EF}"/>
          </ac:grpSpMkLst>
        </pc:grpChg>
      </pc:sldChg>
      <pc:sldChg chg="modSp new del mod">
        <pc:chgData name="Findlay Copley" userId="6283a733-9867-4989-b502-3d8d61f5cf2d" providerId="ADAL" clId="{545FF2D9-FB83-4E2F-B191-EB9A453FB3C8}" dt="2022-11-08T14:54:41.924" v="319" actId="2696"/>
        <pc:sldMkLst>
          <pc:docMk/>
          <pc:sldMk cId="1397162356" sldId="264"/>
        </pc:sldMkLst>
        <pc:spChg chg="mod">
          <ac:chgData name="Findlay Copley" userId="6283a733-9867-4989-b502-3d8d61f5cf2d" providerId="ADAL" clId="{545FF2D9-FB83-4E2F-B191-EB9A453FB3C8}" dt="2022-11-08T14:54:39.324" v="318" actId="20577"/>
          <ac:spMkLst>
            <pc:docMk/>
            <pc:sldMk cId="1397162356" sldId="264"/>
            <ac:spMk id="2" creationId="{880A2485-B9CB-AC12-6A6C-65945BD081A7}"/>
          </ac:spMkLst>
        </pc:spChg>
      </pc:sldChg>
      <pc:sldChg chg="addSp delSp modSp add del mod modTransition delAnim modAnim">
        <pc:chgData name="Findlay Copley" userId="6283a733-9867-4989-b502-3d8d61f5cf2d" providerId="ADAL" clId="{545FF2D9-FB83-4E2F-B191-EB9A453FB3C8}" dt="2022-11-08T15:20:41.341" v="599" actId="2696"/>
        <pc:sldMkLst>
          <pc:docMk/>
          <pc:sldMk cId="2636772263" sldId="264"/>
        </pc:sldMkLst>
        <pc:spChg chg="mod">
          <ac:chgData name="Findlay Copley" userId="6283a733-9867-4989-b502-3d8d61f5cf2d" providerId="ADAL" clId="{545FF2D9-FB83-4E2F-B191-EB9A453FB3C8}" dt="2022-11-08T15:14:09.478" v="505" actId="20577"/>
          <ac:spMkLst>
            <pc:docMk/>
            <pc:sldMk cId="2636772263" sldId="264"/>
            <ac:spMk id="2" creationId="{A16679DB-7BBC-9AAA-9165-264DEAC5F214}"/>
          </ac:spMkLst>
        </pc:spChg>
        <pc:spChg chg="add del mod ord">
          <ac:chgData name="Findlay Copley" userId="6283a733-9867-4989-b502-3d8d61f5cf2d" providerId="ADAL" clId="{545FF2D9-FB83-4E2F-B191-EB9A453FB3C8}" dt="2022-11-08T15:07:08.587" v="439" actId="478"/>
          <ac:spMkLst>
            <pc:docMk/>
            <pc:sldMk cId="2636772263" sldId="264"/>
            <ac:spMk id="3" creationId="{645DDFF7-B3B0-2166-188E-1D5FA1DFA06F}"/>
          </ac:spMkLst>
        </pc:spChg>
        <pc:spChg chg="mod">
          <ac:chgData name="Findlay Copley" userId="6283a733-9867-4989-b502-3d8d61f5cf2d" providerId="ADAL" clId="{545FF2D9-FB83-4E2F-B191-EB9A453FB3C8}" dt="2022-11-08T15:19:34.860" v="582" actId="555"/>
          <ac:spMkLst>
            <pc:docMk/>
            <pc:sldMk cId="2636772263" sldId="264"/>
            <ac:spMk id="4" creationId="{54086BB0-97A1-A0DC-86B0-1A2E06C0A6A2}"/>
          </ac:spMkLst>
        </pc:spChg>
        <pc:spChg chg="mod">
          <ac:chgData name="Findlay Copley" userId="6283a733-9867-4989-b502-3d8d61f5cf2d" providerId="ADAL" clId="{545FF2D9-FB83-4E2F-B191-EB9A453FB3C8}" dt="2022-11-08T15:19:34.860" v="582" actId="555"/>
          <ac:spMkLst>
            <pc:docMk/>
            <pc:sldMk cId="2636772263" sldId="264"/>
            <ac:spMk id="5" creationId="{C4CCCB2D-69B0-C2D7-9A5F-0ED2EDBBBAE9}"/>
          </ac:spMkLst>
        </pc:spChg>
        <pc:spChg chg="mod">
          <ac:chgData name="Findlay Copley" userId="6283a733-9867-4989-b502-3d8d61f5cf2d" providerId="ADAL" clId="{545FF2D9-FB83-4E2F-B191-EB9A453FB3C8}" dt="2022-11-08T15:19:34.860" v="582" actId="555"/>
          <ac:spMkLst>
            <pc:docMk/>
            <pc:sldMk cId="2636772263" sldId="264"/>
            <ac:spMk id="6" creationId="{EC07C962-B413-E7B5-4ACE-52CB5B93194E}"/>
          </ac:spMkLst>
        </pc:spChg>
        <pc:spChg chg="add del mod">
          <ac:chgData name="Findlay Copley" userId="6283a733-9867-4989-b502-3d8d61f5cf2d" providerId="ADAL" clId="{545FF2D9-FB83-4E2F-B191-EB9A453FB3C8}" dt="2022-11-08T15:11:27.488" v="468" actId="478"/>
          <ac:spMkLst>
            <pc:docMk/>
            <pc:sldMk cId="2636772263" sldId="264"/>
            <ac:spMk id="7" creationId="{1E62FA57-6D90-FBD4-CFEF-2534FF570683}"/>
          </ac:spMkLst>
        </pc:spChg>
        <pc:spChg chg="add del mod">
          <ac:chgData name="Findlay Copley" userId="6283a733-9867-4989-b502-3d8d61f5cf2d" providerId="ADAL" clId="{545FF2D9-FB83-4E2F-B191-EB9A453FB3C8}" dt="2022-11-08T15:11:27.488" v="468" actId="478"/>
          <ac:spMkLst>
            <pc:docMk/>
            <pc:sldMk cId="2636772263" sldId="264"/>
            <ac:spMk id="8" creationId="{2BBC69DB-83F9-0816-84D0-80B085500CD9}"/>
          </ac:spMkLst>
        </pc:spChg>
        <pc:spChg chg="add del mod">
          <ac:chgData name="Findlay Copley" userId="6283a733-9867-4989-b502-3d8d61f5cf2d" providerId="ADAL" clId="{545FF2D9-FB83-4E2F-B191-EB9A453FB3C8}" dt="2022-11-08T15:11:27.488" v="468" actId="478"/>
          <ac:spMkLst>
            <pc:docMk/>
            <pc:sldMk cId="2636772263" sldId="264"/>
            <ac:spMk id="9" creationId="{2C373B18-4A1C-C7F8-3D00-538905608E51}"/>
          </ac:spMkLst>
        </pc:spChg>
        <pc:spChg chg="add del mod">
          <ac:chgData name="Findlay Copley" userId="6283a733-9867-4989-b502-3d8d61f5cf2d" providerId="ADAL" clId="{545FF2D9-FB83-4E2F-B191-EB9A453FB3C8}" dt="2022-11-08T15:11:27.488" v="468" actId="478"/>
          <ac:spMkLst>
            <pc:docMk/>
            <pc:sldMk cId="2636772263" sldId="264"/>
            <ac:spMk id="10" creationId="{F1CBDE67-4BA0-7C2C-7EBF-9044E17EDF18}"/>
          </ac:spMkLst>
        </pc:spChg>
        <pc:spChg chg="add mod">
          <ac:chgData name="Findlay Copley" userId="6283a733-9867-4989-b502-3d8d61f5cf2d" providerId="ADAL" clId="{545FF2D9-FB83-4E2F-B191-EB9A453FB3C8}" dt="2022-11-08T15:11:37.491" v="470" actId="1076"/>
          <ac:spMkLst>
            <pc:docMk/>
            <pc:sldMk cId="2636772263" sldId="264"/>
            <ac:spMk id="11" creationId="{301A73CA-0CBB-EEBF-8DDA-41A490001DEB}"/>
          </ac:spMkLst>
        </pc:spChg>
        <pc:spChg chg="add mod">
          <ac:chgData name="Findlay Copley" userId="6283a733-9867-4989-b502-3d8d61f5cf2d" providerId="ADAL" clId="{545FF2D9-FB83-4E2F-B191-EB9A453FB3C8}" dt="2022-11-08T15:11:37.491" v="470" actId="1076"/>
          <ac:spMkLst>
            <pc:docMk/>
            <pc:sldMk cId="2636772263" sldId="264"/>
            <ac:spMk id="12" creationId="{A295237A-C37E-82D5-6D28-4837E0F9143A}"/>
          </ac:spMkLst>
        </pc:spChg>
        <pc:spChg chg="add mod">
          <ac:chgData name="Findlay Copley" userId="6283a733-9867-4989-b502-3d8d61f5cf2d" providerId="ADAL" clId="{545FF2D9-FB83-4E2F-B191-EB9A453FB3C8}" dt="2022-11-08T15:11:37.491" v="470" actId="1076"/>
          <ac:spMkLst>
            <pc:docMk/>
            <pc:sldMk cId="2636772263" sldId="264"/>
            <ac:spMk id="13" creationId="{D7BCB6AF-6F62-6D98-D71A-A3715A5A9441}"/>
          </ac:spMkLst>
        </pc:spChg>
        <pc:spChg chg="add mod">
          <ac:chgData name="Findlay Copley" userId="6283a733-9867-4989-b502-3d8d61f5cf2d" providerId="ADAL" clId="{545FF2D9-FB83-4E2F-B191-EB9A453FB3C8}" dt="2022-11-08T15:11:37.491" v="470" actId="1076"/>
          <ac:spMkLst>
            <pc:docMk/>
            <pc:sldMk cId="2636772263" sldId="264"/>
            <ac:spMk id="14" creationId="{05F95F05-9121-D365-3EDD-ADAB1E74CC19}"/>
          </ac:spMkLst>
        </pc:spChg>
        <pc:spChg chg="add mod">
          <ac:chgData name="Findlay Copley" userId="6283a733-9867-4989-b502-3d8d61f5cf2d" providerId="ADAL" clId="{545FF2D9-FB83-4E2F-B191-EB9A453FB3C8}" dt="2022-11-08T15:11:45.822" v="472" actId="1076"/>
          <ac:spMkLst>
            <pc:docMk/>
            <pc:sldMk cId="2636772263" sldId="264"/>
            <ac:spMk id="15" creationId="{B8DE0416-6420-156C-20B1-737BA154410E}"/>
          </ac:spMkLst>
        </pc:spChg>
        <pc:spChg chg="add mod">
          <ac:chgData name="Findlay Copley" userId="6283a733-9867-4989-b502-3d8d61f5cf2d" providerId="ADAL" clId="{545FF2D9-FB83-4E2F-B191-EB9A453FB3C8}" dt="2022-11-08T15:11:45.822" v="472" actId="1076"/>
          <ac:spMkLst>
            <pc:docMk/>
            <pc:sldMk cId="2636772263" sldId="264"/>
            <ac:spMk id="16" creationId="{75395AFC-8429-7C6C-EC6F-625EE9264CEB}"/>
          </ac:spMkLst>
        </pc:spChg>
        <pc:spChg chg="add mod">
          <ac:chgData name="Findlay Copley" userId="6283a733-9867-4989-b502-3d8d61f5cf2d" providerId="ADAL" clId="{545FF2D9-FB83-4E2F-B191-EB9A453FB3C8}" dt="2022-11-08T15:11:45.822" v="472" actId="1076"/>
          <ac:spMkLst>
            <pc:docMk/>
            <pc:sldMk cId="2636772263" sldId="264"/>
            <ac:spMk id="17" creationId="{9260862F-D648-BF7C-9B86-6645ED2F1AE9}"/>
          </ac:spMkLst>
        </pc:spChg>
        <pc:spChg chg="add mod">
          <ac:chgData name="Findlay Copley" userId="6283a733-9867-4989-b502-3d8d61f5cf2d" providerId="ADAL" clId="{545FF2D9-FB83-4E2F-B191-EB9A453FB3C8}" dt="2022-11-08T15:11:45.822" v="472" actId="1076"/>
          <ac:spMkLst>
            <pc:docMk/>
            <pc:sldMk cId="2636772263" sldId="264"/>
            <ac:spMk id="18" creationId="{B01257DC-B8E8-8D57-C747-130CFFEB0C9F}"/>
          </ac:spMkLst>
        </pc:spChg>
        <pc:spChg chg="add mod">
          <ac:chgData name="Findlay Copley" userId="6283a733-9867-4989-b502-3d8d61f5cf2d" providerId="ADAL" clId="{545FF2D9-FB83-4E2F-B191-EB9A453FB3C8}" dt="2022-11-08T15:11:54.822" v="474" actId="1076"/>
          <ac:spMkLst>
            <pc:docMk/>
            <pc:sldMk cId="2636772263" sldId="264"/>
            <ac:spMk id="19" creationId="{F4032833-8D33-6968-A415-177268B5A931}"/>
          </ac:spMkLst>
        </pc:spChg>
        <pc:spChg chg="mod">
          <ac:chgData name="Findlay Copley" userId="6283a733-9867-4989-b502-3d8d61f5cf2d" providerId="ADAL" clId="{545FF2D9-FB83-4E2F-B191-EB9A453FB3C8}" dt="2022-11-08T15:09:22.705" v="461" actId="12789"/>
          <ac:spMkLst>
            <pc:docMk/>
            <pc:sldMk cId="2636772263" sldId="264"/>
            <ac:spMk id="20" creationId="{D516EA03-83D0-7E60-F1F0-F653F6DFA843}"/>
          </ac:spMkLst>
        </pc:spChg>
        <pc:spChg chg="add mod">
          <ac:chgData name="Findlay Copley" userId="6283a733-9867-4989-b502-3d8d61f5cf2d" providerId="ADAL" clId="{545FF2D9-FB83-4E2F-B191-EB9A453FB3C8}" dt="2022-11-08T15:11:54.822" v="474" actId="1076"/>
          <ac:spMkLst>
            <pc:docMk/>
            <pc:sldMk cId="2636772263" sldId="264"/>
            <ac:spMk id="21" creationId="{F243D17F-2F56-4EE6-3D0A-1BC0250CD3EA}"/>
          </ac:spMkLst>
        </pc:spChg>
        <pc:spChg chg="mod">
          <ac:chgData name="Findlay Copley" userId="6283a733-9867-4989-b502-3d8d61f5cf2d" providerId="ADAL" clId="{545FF2D9-FB83-4E2F-B191-EB9A453FB3C8}" dt="2022-11-08T15:08:54.597" v="457" actId="1076"/>
          <ac:spMkLst>
            <pc:docMk/>
            <pc:sldMk cId="2636772263" sldId="264"/>
            <ac:spMk id="22" creationId="{6EA794B6-4881-1037-C534-17FB361E4B45}"/>
          </ac:spMkLst>
        </pc:spChg>
        <pc:spChg chg="mod ord">
          <ac:chgData name="Findlay Copley" userId="6283a733-9867-4989-b502-3d8d61f5cf2d" providerId="ADAL" clId="{545FF2D9-FB83-4E2F-B191-EB9A453FB3C8}" dt="2022-11-08T15:09:22.705" v="461" actId="12789"/>
          <ac:spMkLst>
            <pc:docMk/>
            <pc:sldMk cId="2636772263" sldId="264"/>
            <ac:spMk id="23" creationId="{F928CDF7-8AE3-3FBE-9C50-1B867BA98506}"/>
          </ac:spMkLst>
        </pc:spChg>
        <pc:spChg chg="add del mod">
          <ac:chgData name="Findlay Copley" userId="6283a733-9867-4989-b502-3d8d61f5cf2d" providerId="ADAL" clId="{545FF2D9-FB83-4E2F-B191-EB9A453FB3C8}" dt="2022-11-08T15:08:54.597" v="457" actId="1076"/>
          <ac:spMkLst>
            <pc:docMk/>
            <pc:sldMk cId="2636772263" sldId="264"/>
            <ac:spMk id="24" creationId="{9BEB6EB8-2C8F-1AAB-6AF5-2C4262E289C2}"/>
          </ac:spMkLst>
        </pc:spChg>
        <pc:spChg chg="add mod">
          <ac:chgData name="Findlay Copley" userId="6283a733-9867-4989-b502-3d8d61f5cf2d" providerId="ADAL" clId="{545FF2D9-FB83-4E2F-B191-EB9A453FB3C8}" dt="2022-11-08T15:11:54.822" v="474" actId="1076"/>
          <ac:spMkLst>
            <pc:docMk/>
            <pc:sldMk cId="2636772263" sldId="264"/>
            <ac:spMk id="25" creationId="{E34F5ECD-F0D5-43E0-52B0-D52BCB0B82ED}"/>
          </ac:spMkLst>
        </pc:spChg>
        <pc:spChg chg="add mod">
          <ac:chgData name="Findlay Copley" userId="6283a733-9867-4989-b502-3d8d61f5cf2d" providerId="ADAL" clId="{545FF2D9-FB83-4E2F-B191-EB9A453FB3C8}" dt="2022-11-08T15:11:54.822" v="474" actId="1076"/>
          <ac:spMkLst>
            <pc:docMk/>
            <pc:sldMk cId="2636772263" sldId="264"/>
            <ac:spMk id="26" creationId="{1954675E-DDD4-20C5-55CB-EF5F2DC6A077}"/>
          </ac:spMkLst>
        </pc:spChg>
        <pc:spChg chg="add mod">
          <ac:chgData name="Findlay Copley" userId="6283a733-9867-4989-b502-3d8d61f5cf2d" providerId="ADAL" clId="{545FF2D9-FB83-4E2F-B191-EB9A453FB3C8}" dt="2022-11-08T15:12:07.958" v="476" actId="1076"/>
          <ac:spMkLst>
            <pc:docMk/>
            <pc:sldMk cId="2636772263" sldId="264"/>
            <ac:spMk id="27" creationId="{E707D87A-BC74-71F6-DEC1-7C2B4430DCC5}"/>
          </ac:spMkLst>
        </pc:spChg>
        <pc:spChg chg="add mod">
          <ac:chgData name="Findlay Copley" userId="6283a733-9867-4989-b502-3d8d61f5cf2d" providerId="ADAL" clId="{545FF2D9-FB83-4E2F-B191-EB9A453FB3C8}" dt="2022-11-08T15:12:07.958" v="476" actId="1076"/>
          <ac:spMkLst>
            <pc:docMk/>
            <pc:sldMk cId="2636772263" sldId="264"/>
            <ac:spMk id="28" creationId="{0EE734AE-0EC6-DAB8-3882-BEC0A1A67A51}"/>
          </ac:spMkLst>
        </pc:spChg>
        <pc:spChg chg="add mod">
          <ac:chgData name="Findlay Copley" userId="6283a733-9867-4989-b502-3d8d61f5cf2d" providerId="ADAL" clId="{545FF2D9-FB83-4E2F-B191-EB9A453FB3C8}" dt="2022-11-08T15:12:07.958" v="476" actId="1076"/>
          <ac:spMkLst>
            <pc:docMk/>
            <pc:sldMk cId="2636772263" sldId="264"/>
            <ac:spMk id="29" creationId="{4C18211C-D456-7B0C-4E83-2EFBBB53FB9E}"/>
          </ac:spMkLst>
        </pc:spChg>
        <pc:spChg chg="add mod">
          <ac:chgData name="Findlay Copley" userId="6283a733-9867-4989-b502-3d8d61f5cf2d" providerId="ADAL" clId="{545FF2D9-FB83-4E2F-B191-EB9A453FB3C8}" dt="2022-11-08T15:12:07.958" v="476" actId="1076"/>
          <ac:spMkLst>
            <pc:docMk/>
            <pc:sldMk cId="2636772263" sldId="264"/>
            <ac:spMk id="30" creationId="{80DE0EFF-1100-91A1-58DE-FA1A912308EC}"/>
          </ac:spMkLst>
        </pc:spChg>
      </pc:sldChg>
      <pc:sldChg chg="add del">
        <pc:chgData name="Findlay Copley" userId="6283a733-9867-4989-b502-3d8d61f5cf2d" providerId="ADAL" clId="{545FF2D9-FB83-4E2F-B191-EB9A453FB3C8}" dt="2022-11-08T14:52:24.787" v="41" actId="47"/>
        <pc:sldMkLst>
          <pc:docMk/>
          <pc:sldMk cId="712054767" sldId="265"/>
        </pc:sldMkLst>
      </pc:sldChg>
      <pc:sldChg chg="new del">
        <pc:chgData name="Findlay Copley" userId="6283a733-9867-4989-b502-3d8d61f5cf2d" providerId="ADAL" clId="{545FF2D9-FB83-4E2F-B191-EB9A453FB3C8}" dt="2022-11-08T15:14:19.857" v="508" actId="2696"/>
        <pc:sldMkLst>
          <pc:docMk/>
          <pc:sldMk cId="817584183" sldId="265"/>
        </pc:sldMkLst>
      </pc:sldChg>
      <pc:sldChg chg="add del">
        <pc:chgData name="Findlay Copley" userId="6283a733-9867-4989-b502-3d8d61f5cf2d" providerId="ADAL" clId="{545FF2D9-FB83-4E2F-B191-EB9A453FB3C8}" dt="2022-11-08T14:52:24.787" v="41" actId="47"/>
        <pc:sldMkLst>
          <pc:docMk/>
          <pc:sldMk cId="1335162203" sldId="266"/>
        </pc:sldMkLst>
      </pc:sldChg>
      <pc:sldChg chg="addSp delSp modSp add del mod delAnim">
        <pc:chgData name="Findlay Copley" userId="6283a733-9867-4989-b502-3d8d61f5cf2d" providerId="ADAL" clId="{545FF2D9-FB83-4E2F-B191-EB9A453FB3C8}" dt="2022-11-08T15:21:28.208" v="607" actId="2696"/>
        <pc:sldMkLst>
          <pc:docMk/>
          <pc:sldMk cId="1654122832" sldId="266"/>
        </pc:sldMkLst>
        <pc:spChg chg="add mod">
          <ac:chgData name="Findlay Copley" userId="6283a733-9867-4989-b502-3d8d61f5cf2d" providerId="ADAL" clId="{545FF2D9-FB83-4E2F-B191-EB9A453FB3C8}" dt="2022-11-08T15:19:20.398" v="580" actId="555"/>
          <ac:spMkLst>
            <pc:docMk/>
            <pc:sldMk cId="1654122832" sldId="266"/>
            <ac:spMk id="3" creationId="{946FEB3D-6A22-431F-45AA-37A5A034A127}"/>
          </ac:spMkLst>
        </pc:spChg>
        <pc:spChg chg="del mod">
          <ac:chgData name="Findlay Copley" userId="6283a733-9867-4989-b502-3d8d61f5cf2d" providerId="ADAL" clId="{545FF2D9-FB83-4E2F-B191-EB9A453FB3C8}" dt="2022-11-08T15:19:25.121" v="581" actId="478"/>
          <ac:spMkLst>
            <pc:docMk/>
            <pc:sldMk cId="1654122832" sldId="266"/>
            <ac:spMk id="4" creationId="{54086BB0-97A1-A0DC-86B0-1A2E06C0A6A2}"/>
          </ac:spMkLst>
        </pc:spChg>
        <pc:spChg chg="del mod">
          <ac:chgData name="Findlay Copley" userId="6283a733-9867-4989-b502-3d8d61f5cf2d" providerId="ADAL" clId="{545FF2D9-FB83-4E2F-B191-EB9A453FB3C8}" dt="2022-11-08T15:19:25.121" v="581" actId="478"/>
          <ac:spMkLst>
            <pc:docMk/>
            <pc:sldMk cId="1654122832" sldId="266"/>
            <ac:spMk id="5" creationId="{C4CCCB2D-69B0-C2D7-9A5F-0ED2EDBBBAE9}"/>
          </ac:spMkLst>
        </pc:spChg>
        <pc:spChg chg="del">
          <ac:chgData name="Findlay Copley" userId="6283a733-9867-4989-b502-3d8d61f5cf2d" providerId="ADAL" clId="{545FF2D9-FB83-4E2F-B191-EB9A453FB3C8}" dt="2022-11-08T15:19:25.121" v="581" actId="478"/>
          <ac:spMkLst>
            <pc:docMk/>
            <pc:sldMk cId="1654122832" sldId="266"/>
            <ac:spMk id="6" creationId="{EC07C962-B413-E7B5-4ACE-52CB5B93194E}"/>
          </ac:spMkLst>
        </pc:spChg>
        <pc:spChg chg="add del mod">
          <ac:chgData name="Findlay Copley" userId="6283a733-9867-4989-b502-3d8d61f5cf2d" providerId="ADAL" clId="{545FF2D9-FB83-4E2F-B191-EB9A453FB3C8}" dt="2022-11-08T15:16:40.617" v="535" actId="478"/>
          <ac:spMkLst>
            <pc:docMk/>
            <pc:sldMk cId="1654122832" sldId="266"/>
            <ac:spMk id="7" creationId="{2D0D0F83-298F-E13D-9BEC-6ADB81C47B43}"/>
          </ac:spMkLst>
        </pc:spChg>
        <pc:spChg chg="add mod">
          <ac:chgData name="Findlay Copley" userId="6283a733-9867-4989-b502-3d8d61f5cf2d" providerId="ADAL" clId="{545FF2D9-FB83-4E2F-B191-EB9A453FB3C8}" dt="2022-11-08T15:19:20.398" v="580" actId="555"/>
          <ac:spMkLst>
            <pc:docMk/>
            <pc:sldMk cId="1654122832" sldId="266"/>
            <ac:spMk id="8" creationId="{47B92B02-D4CD-A3E8-B53B-3BC6BD449EE9}"/>
          </ac:spMkLst>
        </pc:spChg>
        <pc:spChg chg="add mod">
          <ac:chgData name="Findlay Copley" userId="6283a733-9867-4989-b502-3d8d61f5cf2d" providerId="ADAL" clId="{545FF2D9-FB83-4E2F-B191-EB9A453FB3C8}" dt="2022-11-08T15:19:20.398" v="580" actId="555"/>
          <ac:spMkLst>
            <pc:docMk/>
            <pc:sldMk cId="1654122832" sldId="266"/>
            <ac:spMk id="9" creationId="{5A7A3331-1670-0E4D-5906-CB7C01FF7F28}"/>
          </ac:spMkLst>
        </pc:spChg>
        <pc:spChg chg="add del mod">
          <ac:chgData name="Findlay Copley" userId="6283a733-9867-4989-b502-3d8d61f5cf2d" providerId="ADAL" clId="{545FF2D9-FB83-4E2F-B191-EB9A453FB3C8}" dt="2022-11-08T15:15:59.957" v="528" actId="478"/>
          <ac:spMkLst>
            <pc:docMk/>
            <pc:sldMk cId="1654122832" sldId="266"/>
            <ac:spMk id="10" creationId="{A07C0554-9664-6766-66FA-967F86B00952}"/>
          </ac:spMkLst>
        </pc:spChg>
        <pc:spChg chg="del">
          <ac:chgData name="Findlay Copley" userId="6283a733-9867-4989-b502-3d8d61f5cf2d" providerId="ADAL" clId="{545FF2D9-FB83-4E2F-B191-EB9A453FB3C8}" dt="2022-11-08T15:15:02.267" v="509" actId="478"/>
          <ac:spMkLst>
            <pc:docMk/>
            <pc:sldMk cId="1654122832" sldId="266"/>
            <ac:spMk id="11" creationId="{301A73CA-0CBB-EEBF-8DDA-41A490001DEB}"/>
          </ac:spMkLst>
        </pc:spChg>
        <pc:spChg chg="del">
          <ac:chgData name="Findlay Copley" userId="6283a733-9867-4989-b502-3d8d61f5cf2d" providerId="ADAL" clId="{545FF2D9-FB83-4E2F-B191-EB9A453FB3C8}" dt="2022-11-08T15:15:02.267" v="509" actId="478"/>
          <ac:spMkLst>
            <pc:docMk/>
            <pc:sldMk cId="1654122832" sldId="266"/>
            <ac:spMk id="12" creationId="{A295237A-C37E-82D5-6D28-4837E0F9143A}"/>
          </ac:spMkLst>
        </pc:spChg>
        <pc:spChg chg="del">
          <ac:chgData name="Findlay Copley" userId="6283a733-9867-4989-b502-3d8d61f5cf2d" providerId="ADAL" clId="{545FF2D9-FB83-4E2F-B191-EB9A453FB3C8}" dt="2022-11-08T15:15:02.267" v="509" actId="478"/>
          <ac:spMkLst>
            <pc:docMk/>
            <pc:sldMk cId="1654122832" sldId="266"/>
            <ac:spMk id="13" creationId="{D7BCB6AF-6F62-6D98-D71A-A3715A5A9441}"/>
          </ac:spMkLst>
        </pc:spChg>
        <pc:spChg chg="del">
          <ac:chgData name="Findlay Copley" userId="6283a733-9867-4989-b502-3d8d61f5cf2d" providerId="ADAL" clId="{545FF2D9-FB83-4E2F-B191-EB9A453FB3C8}" dt="2022-11-08T15:15:02.267" v="509" actId="478"/>
          <ac:spMkLst>
            <pc:docMk/>
            <pc:sldMk cId="1654122832" sldId="266"/>
            <ac:spMk id="14" creationId="{05F95F05-9121-D365-3EDD-ADAB1E74CC19}"/>
          </ac:spMkLst>
        </pc:spChg>
        <pc:spChg chg="del">
          <ac:chgData name="Findlay Copley" userId="6283a733-9867-4989-b502-3d8d61f5cf2d" providerId="ADAL" clId="{545FF2D9-FB83-4E2F-B191-EB9A453FB3C8}" dt="2022-11-08T15:15:02.267" v="509" actId="478"/>
          <ac:spMkLst>
            <pc:docMk/>
            <pc:sldMk cId="1654122832" sldId="266"/>
            <ac:spMk id="15" creationId="{B8DE0416-6420-156C-20B1-737BA154410E}"/>
          </ac:spMkLst>
        </pc:spChg>
        <pc:spChg chg="del">
          <ac:chgData name="Findlay Copley" userId="6283a733-9867-4989-b502-3d8d61f5cf2d" providerId="ADAL" clId="{545FF2D9-FB83-4E2F-B191-EB9A453FB3C8}" dt="2022-11-08T15:15:02.267" v="509" actId="478"/>
          <ac:spMkLst>
            <pc:docMk/>
            <pc:sldMk cId="1654122832" sldId="266"/>
            <ac:spMk id="16" creationId="{75395AFC-8429-7C6C-EC6F-625EE9264CEB}"/>
          </ac:spMkLst>
        </pc:spChg>
        <pc:spChg chg="del">
          <ac:chgData name="Findlay Copley" userId="6283a733-9867-4989-b502-3d8d61f5cf2d" providerId="ADAL" clId="{545FF2D9-FB83-4E2F-B191-EB9A453FB3C8}" dt="2022-11-08T15:15:02.267" v="509" actId="478"/>
          <ac:spMkLst>
            <pc:docMk/>
            <pc:sldMk cId="1654122832" sldId="266"/>
            <ac:spMk id="17" creationId="{9260862F-D648-BF7C-9B86-6645ED2F1AE9}"/>
          </ac:spMkLst>
        </pc:spChg>
        <pc:spChg chg="del">
          <ac:chgData name="Findlay Copley" userId="6283a733-9867-4989-b502-3d8d61f5cf2d" providerId="ADAL" clId="{545FF2D9-FB83-4E2F-B191-EB9A453FB3C8}" dt="2022-11-08T15:15:02.267" v="509" actId="478"/>
          <ac:spMkLst>
            <pc:docMk/>
            <pc:sldMk cId="1654122832" sldId="266"/>
            <ac:spMk id="18" creationId="{B01257DC-B8E8-8D57-C747-130CFFEB0C9F}"/>
          </ac:spMkLst>
        </pc:spChg>
        <pc:spChg chg="del">
          <ac:chgData name="Findlay Copley" userId="6283a733-9867-4989-b502-3d8d61f5cf2d" providerId="ADAL" clId="{545FF2D9-FB83-4E2F-B191-EB9A453FB3C8}" dt="2022-11-08T15:15:02.267" v="509" actId="478"/>
          <ac:spMkLst>
            <pc:docMk/>
            <pc:sldMk cId="1654122832" sldId="266"/>
            <ac:spMk id="19" creationId="{F4032833-8D33-6968-A415-177268B5A931}"/>
          </ac:spMkLst>
        </pc:spChg>
        <pc:spChg chg="del">
          <ac:chgData name="Findlay Copley" userId="6283a733-9867-4989-b502-3d8d61f5cf2d" providerId="ADAL" clId="{545FF2D9-FB83-4E2F-B191-EB9A453FB3C8}" dt="2022-11-08T15:15:02.267" v="509" actId="478"/>
          <ac:spMkLst>
            <pc:docMk/>
            <pc:sldMk cId="1654122832" sldId="266"/>
            <ac:spMk id="20" creationId="{D516EA03-83D0-7E60-F1F0-F653F6DFA843}"/>
          </ac:spMkLst>
        </pc:spChg>
        <pc:spChg chg="del">
          <ac:chgData name="Findlay Copley" userId="6283a733-9867-4989-b502-3d8d61f5cf2d" providerId="ADAL" clId="{545FF2D9-FB83-4E2F-B191-EB9A453FB3C8}" dt="2022-11-08T15:15:02.267" v="509" actId="478"/>
          <ac:spMkLst>
            <pc:docMk/>
            <pc:sldMk cId="1654122832" sldId="266"/>
            <ac:spMk id="21" creationId="{F243D17F-2F56-4EE6-3D0A-1BC0250CD3EA}"/>
          </ac:spMkLst>
        </pc:spChg>
        <pc:spChg chg="del">
          <ac:chgData name="Findlay Copley" userId="6283a733-9867-4989-b502-3d8d61f5cf2d" providerId="ADAL" clId="{545FF2D9-FB83-4E2F-B191-EB9A453FB3C8}" dt="2022-11-08T15:15:02.267" v="509" actId="478"/>
          <ac:spMkLst>
            <pc:docMk/>
            <pc:sldMk cId="1654122832" sldId="266"/>
            <ac:spMk id="22" creationId="{6EA794B6-4881-1037-C534-17FB361E4B45}"/>
          </ac:spMkLst>
        </pc:spChg>
        <pc:spChg chg="del">
          <ac:chgData name="Findlay Copley" userId="6283a733-9867-4989-b502-3d8d61f5cf2d" providerId="ADAL" clId="{545FF2D9-FB83-4E2F-B191-EB9A453FB3C8}" dt="2022-11-08T15:15:02.267" v="509" actId="478"/>
          <ac:spMkLst>
            <pc:docMk/>
            <pc:sldMk cId="1654122832" sldId="266"/>
            <ac:spMk id="23" creationId="{F928CDF7-8AE3-3FBE-9C50-1B867BA98506}"/>
          </ac:spMkLst>
        </pc:spChg>
        <pc:spChg chg="del">
          <ac:chgData name="Findlay Copley" userId="6283a733-9867-4989-b502-3d8d61f5cf2d" providerId="ADAL" clId="{545FF2D9-FB83-4E2F-B191-EB9A453FB3C8}" dt="2022-11-08T15:15:02.267" v="509" actId="478"/>
          <ac:spMkLst>
            <pc:docMk/>
            <pc:sldMk cId="1654122832" sldId="266"/>
            <ac:spMk id="24" creationId="{9BEB6EB8-2C8F-1AAB-6AF5-2C4262E289C2}"/>
          </ac:spMkLst>
        </pc:spChg>
        <pc:spChg chg="del">
          <ac:chgData name="Findlay Copley" userId="6283a733-9867-4989-b502-3d8d61f5cf2d" providerId="ADAL" clId="{545FF2D9-FB83-4E2F-B191-EB9A453FB3C8}" dt="2022-11-08T15:15:02.267" v="509" actId="478"/>
          <ac:spMkLst>
            <pc:docMk/>
            <pc:sldMk cId="1654122832" sldId="266"/>
            <ac:spMk id="25" creationId="{E34F5ECD-F0D5-43E0-52B0-D52BCB0B82ED}"/>
          </ac:spMkLst>
        </pc:spChg>
        <pc:spChg chg="del">
          <ac:chgData name="Findlay Copley" userId="6283a733-9867-4989-b502-3d8d61f5cf2d" providerId="ADAL" clId="{545FF2D9-FB83-4E2F-B191-EB9A453FB3C8}" dt="2022-11-08T15:15:02.267" v="509" actId="478"/>
          <ac:spMkLst>
            <pc:docMk/>
            <pc:sldMk cId="1654122832" sldId="266"/>
            <ac:spMk id="26" creationId="{1954675E-DDD4-20C5-55CB-EF5F2DC6A077}"/>
          </ac:spMkLst>
        </pc:spChg>
        <pc:spChg chg="del">
          <ac:chgData name="Findlay Copley" userId="6283a733-9867-4989-b502-3d8d61f5cf2d" providerId="ADAL" clId="{545FF2D9-FB83-4E2F-B191-EB9A453FB3C8}" dt="2022-11-08T15:15:02.267" v="509" actId="478"/>
          <ac:spMkLst>
            <pc:docMk/>
            <pc:sldMk cId="1654122832" sldId="266"/>
            <ac:spMk id="27" creationId="{E707D87A-BC74-71F6-DEC1-7C2B4430DCC5}"/>
          </ac:spMkLst>
        </pc:spChg>
        <pc:spChg chg="del">
          <ac:chgData name="Findlay Copley" userId="6283a733-9867-4989-b502-3d8d61f5cf2d" providerId="ADAL" clId="{545FF2D9-FB83-4E2F-B191-EB9A453FB3C8}" dt="2022-11-08T15:15:02.267" v="509" actId="478"/>
          <ac:spMkLst>
            <pc:docMk/>
            <pc:sldMk cId="1654122832" sldId="266"/>
            <ac:spMk id="28" creationId="{0EE734AE-0EC6-DAB8-3882-BEC0A1A67A51}"/>
          </ac:spMkLst>
        </pc:spChg>
        <pc:spChg chg="del">
          <ac:chgData name="Findlay Copley" userId="6283a733-9867-4989-b502-3d8d61f5cf2d" providerId="ADAL" clId="{545FF2D9-FB83-4E2F-B191-EB9A453FB3C8}" dt="2022-11-08T15:15:02.267" v="509" actId="478"/>
          <ac:spMkLst>
            <pc:docMk/>
            <pc:sldMk cId="1654122832" sldId="266"/>
            <ac:spMk id="29" creationId="{4C18211C-D456-7B0C-4E83-2EFBBB53FB9E}"/>
          </ac:spMkLst>
        </pc:spChg>
        <pc:spChg chg="del">
          <ac:chgData name="Findlay Copley" userId="6283a733-9867-4989-b502-3d8d61f5cf2d" providerId="ADAL" clId="{545FF2D9-FB83-4E2F-B191-EB9A453FB3C8}" dt="2022-11-08T15:15:02.267" v="509" actId="478"/>
          <ac:spMkLst>
            <pc:docMk/>
            <pc:sldMk cId="1654122832" sldId="266"/>
            <ac:spMk id="30" creationId="{80DE0EFF-1100-91A1-58DE-FA1A912308EC}"/>
          </ac:spMkLst>
        </pc:spChg>
        <pc:spChg chg="add mod">
          <ac:chgData name="Findlay Copley" userId="6283a733-9867-4989-b502-3d8d61f5cf2d" providerId="ADAL" clId="{545FF2D9-FB83-4E2F-B191-EB9A453FB3C8}" dt="2022-11-08T15:19:20.398" v="580" actId="555"/>
          <ac:spMkLst>
            <pc:docMk/>
            <pc:sldMk cId="1654122832" sldId="266"/>
            <ac:spMk id="31" creationId="{5078186F-E865-5B3D-28A2-78DC2B9DF49D}"/>
          </ac:spMkLst>
        </pc:spChg>
        <pc:spChg chg="add mod">
          <ac:chgData name="Findlay Copley" userId="6283a733-9867-4989-b502-3d8d61f5cf2d" providerId="ADAL" clId="{545FF2D9-FB83-4E2F-B191-EB9A453FB3C8}" dt="2022-11-08T15:19:20.398" v="580" actId="555"/>
          <ac:spMkLst>
            <pc:docMk/>
            <pc:sldMk cId="1654122832" sldId="266"/>
            <ac:spMk id="32" creationId="{FA4CD69D-E8B5-13C9-F2EA-D1B1174FDCA1}"/>
          </ac:spMkLst>
        </pc:spChg>
        <pc:spChg chg="add del mod">
          <ac:chgData name="Findlay Copley" userId="6283a733-9867-4989-b502-3d8d61f5cf2d" providerId="ADAL" clId="{545FF2D9-FB83-4E2F-B191-EB9A453FB3C8}" dt="2022-11-08T15:17:19.869" v="543" actId="478"/>
          <ac:spMkLst>
            <pc:docMk/>
            <pc:sldMk cId="1654122832" sldId="266"/>
            <ac:spMk id="33" creationId="{B85C2A0D-E5A2-D97B-9B53-B2DD621D6E0D}"/>
          </ac:spMkLst>
        </pc:spChg>
        <pc:spChg chg="add del mod">
          <ac:chgData name="Findlay Copley" userId="6283a733-9867-4989-b502-3d8d61f5cf2d" providerId="ADAL" clId="{545FF2D9-FB83-4E2F-B191-EB9A453FB3C8}" dt="2022-11-08T15:17:47.816" v="552" actId="478"/>
          <ac:spMkLst>
            <pc:docMk/>
            <pc:sldMk cId="1654122832" sldId="266"/>
            <ac:spMk id="34" creationId="{70974ED9-230F-C990-C2DF-FC0CFD69AC71}"/>
          </ac:spMkLst>
        </pc:spChg>
        <pc:spChg chg="add mod">
          <ac:chgData name="Findlay Copley" userId="6283a733-9867-4989-b502-3d8d61f5cf2d" providerId="ADAL" clId="{545FF2D9-FB83-4E2F-B191-EB9A453FB3C8}" dt="2022-11-08T15:19:20.398" v="580" actId="555"/>
          <ac:spMkLst>
            <pc:docMk/>
            <pc:sldMk cId="1654122832" sldId="266"/>
            <ac:spMk id="35" creationId="{A1CCE229-03E8-AA5F-A3BE-BB6C92EBF57E}"/>
          </ac:spMkLst>
        </pc:spChg>
        <pc:spChg chg="add mod ord">
          <ac:chgData name="Findlay Copley" userId="6283a733-9867-4989-b502-3d8d61f5cf2d" providerId="ADAL" clId="{545FF2D9-FB83-4E2F-B191-EB9A453FB3C8}" dt="2022-11-08T15:19:20.398" v="580" actId="555"/>
          <ac:spMkLst>
            <pc:docMk/>
            <pc:sldMk cId="1654122832" sldId="266"/>
            <ac:spMk id="36" creationId="{B605A41E-5817-4E80-E38A-8930190328FD}"/>
          </ac:spMkLst>
        </pc:spChg>
        <pc:spChg chg="add mod">
          <ac:chgData name="Findlay Copley" userId="6283a733-9867-4989-b502-3d8d61f5cf2d" providerId="ADAL" clId="{545FF2D9-FB83-4E2F-B191-EB9A453FB3C8}" dt="2022-11-08T15:19:20.398" v="580" actId="555"/>
          <ac:spMkLst>
            <pc:docMk/>
            <pc:sldMk cId="1654122832" sldId="266"/>
            <ac:spMk id="37" creationId="{6A28692B-97CB-6944-34C5-884977616BBB}"/>
          </ac:spMkLst>
        </pc:spChg>
        <pc:spChg chg="add mod">
          <ac:chgData name="Findlay Copley" userId="6283a733-9867-4989-b502-3d8d61f5cf2d" providerId="ADAL" clId="{545FF2D9-FB83-4E2F-B191-EB9A453FB3C8}" dt="2022-11-08T15:19:20.398" v="580" actId="555"/>
          <ac:spMkLst>
            <pc:docMk/>
            <pc:sldMk cId="1654122832" sldId="266"/>
            <ac:spMk id="38" creationId="{F20E8C2E-DBAC-D42C-A359-46003CAA1176}"/>
          </ac:spMkLst>
        </pc:spChg>
        <pc:spChg chg="add mod ord">
          <ac:chgData name="Findlay Copley" userId="6283a733-9867-4989-b502-3d8d61f5cf2d" providerId="ADAL" clId="{545FF2D9-FB83-4E2F-B191-EB9A453FB3C8}" dt="2022-11-08T15:19:20.398" v="580" actId="555"/>
          <ac:spMkLst>
            <pc:docMk/>
            <pc:sldMk cId="1654122832" sldId="266"/>
            <ac:spMk id="39" creationId="{E20505EB-0400-E7A0-7C96-7EB080F84EEF}"/>
          </ac:spMkLst>
        </pc:spChg>
      </pc:sldChg>
      <pc:sldChg chg="addSp delSp modSp add mod">
        <pc:chgData name="Findlay Copley" userId="6283a733-9867-4989-b502-3d8d61f5cf2d" providerId="ADAL" clId="{545FF2D9-FB83-4E2F-B191-EB9A453FB3C8}" dt="2022-11-08T15:20:34.624" v="597" actId="478"/>
        <pc:sldMkLst>
          <pc:docMk/>
          <pc:sldMk cId="3323497868" sldId="267"/>
        </pc:sldMkLst>
        <pc:spChg chg="add del mod">
          <ac:chgData name="Findlay Copley" userId="6283a733-9867-4989-b502-3d8d61f5cf2d" providerId="ADAL" clId="{545FF2D9-FB83-4E2F-B191-EB9A453FB3C8}" dt="2022-11-08T15:20:34.624" v="597" actId="478"/>
          <ac:spMkLst>
            <pc:docMk/>
            <pc:sldMk cId="3323497868" sldId="267"/>
            <ac:spMk id="3" creationId="{DC59F74C-11B5-24EB-5984-DFE097460BD9}"/>
          </ac:spMkLst>
        </pc:spChg>
        <pc:spChg chg="del">
          <ac:chgData name="Findlay Copley" userId="6283a733-9867-4989-b502-3d8d61f5cf2d" providerId="ADAL" clId="{545FF2D9-FB83-4E2F-B191-EB9A453FB3C8}" dt="2022-11-08T15:20:03.669" v="586" actId="478"/>
          <ac:spMkLst>
            <pc:docMk/>
            <pc:sldMk cId="3323497868" sldId="267"/>
            <ac:spMk id="4" creationId="{54086BB0-97A1-A0DC-86B0-1A2E06C0A6A2}"/>
          </ac:spMkLst>
        </pc:spChg>
        <pc:spChg chg="del">
          <ac:chgData name="Findlay Copley" userId="6283a733-9867-4989-b502-3d8d61f5cf2d" providerId="ADAL" clId="{545FF2D9-FB83-4E2F-B191-EB9A453FB3C8}" dt="2022-11-08T15:20:03.669" v="586" actId="478"/>
          <ac:spMkLst>
            <pc:docMk/>
            <pc:sldMk cId="3323497868" sldId="267"/>
            <ac:spMk id="5" creationId="{C4CCCB2D-69B0-C2D7-9A5F-0ED2EDBBBAE9}"/>
          </ac:spMkLst>
        </pc:spChg>
        <pc:spChg chg="del">
          <ac:chgData name="Findlay Copley" userId="6283a733-9867-4989-b502-3d8d61f5cf2d" providerId="ADAL" clId="{545FF2D9-FB83-4E2F-B191-EB9A453FB3C8}" dt="2022-11-08T15:20:03.669" v="586" actId="478"/>
          <ac:spMkLst>
            <pc:docMk/>
            <pc:sldMk cId="3323497868" sldId="267"/>
            <ac:spMk id="6" creationId="{EC07C962-B413-E7B5-4ACE-52CB5B93194E}"/>
          </ac:spMkLst>
        </pc:spChg>
        <pc:spChg chg="add del mod">
          <ac:chgData name="Findlay Copley" userId="6283a733-9867-4989-b502-3d8d61f5cf2d" providerId="ADAL" clId="{545FF2D9-FB83-4E2F-B191-EB9A453FB3C8}" dt="2022-11-08T15:20:34.624" v="597" actId="478"/>
          <ac:spMkLst>
            <pc:docMk/>
            <pc:sldMk cId="3323497868" sldId="267"/>
            <ac:spMk id="7" creationId="{9BFDDC72-1271-40A4-6EE4-F9F0501694CE}"/>
          </ac:spMkLst>
        </pc:spChg>
        <pc:spChg chg="add del mod">
          <ac:chgData name="Findlay Copley" userId="6283a733-9867-4989-b502-3d8d61f5cf2d" providerId="ADAL" clId="{545FF2D9-FB83-4E2F-B191-EB9A453FB3C8}" dt="2022-11-08T15:20:34.624" v="597" actId="478"/>
          <ac:spMkLst>
            <pc:docMk/>
            <pc:sldMk cId="3323497868" sldId="267"/>
            <ac:spMk id="8" creationId="{D7F14172-F4B1-B1C0-390B-6DC726813307}"/>
          </ac:spMkLst>
        </pc:spChg>
        <pc:spChg chg="add del mod">
          <ac:chgData name="Findlay Copley" userId="6283a733-9867-4989-b502-3d8d61f5cf2d" providerId="ADAL" clId="{545FF2D9-FB83-4E2F-B191-EB9A453FB3C8}" dt="2022-11-08T15:20:34.624" v="597" actId="478"/>
          <ac:spMkLst>
            <pc:docMk/>
            <pc:sldMk cId="3323497868" sldId="267"/>
            <ac:spMk id="9" creationId="{A99C7B07-0D9E-D189-F156-674BEB117025}"/>
          </ac:spMkLst>
        </pc:spChg>
        <pc:spChg chg="add del mod">
          <ac:chgData name="Findlay Copley" userId="6283a733-9867-4989-b502-3d8d61f5cf2d" providerId="ADAL" clId="{545FF2D9-FB83-4E2F-B191-EB9A453FB3C8}" dt="2022-11-08T15:20:34.624" v="597" actId="478"/>
          <ac:spMkLst>
            <pc:docMk/>
            <pc:sldMk cId="3323497868" sldId="267"/>
            <ac:spMk id="10" creationId="{2BCC55B6-6D60-E83A-64C9-490009EC06ED}"/>
          </ac:spMkLst>
        </pc:spChg>
        <pc:spChg chg="add del mod">
          <ac:chgData name="Findlay Copley" userId="6283a733-9867-4989-b502-3d8d61f5cf2d" providerId="ADAL" clId="{545FF2D9-FB83-4E2F-B191-EB9A453FB3C8}" dt="2022-11-08T15:20:34.624" v="597" actId="478"/>
          <ac:spMkLst>
            <pc:docMk/>
            <pc:sldMk cId="3323497868" sldId="267"/>
            <ac:spMk id="31" creationId="{C8CF7C46-7555-3F1E-8395-A7378F2BC21F}"/>
          </ac:spMkLst>
        </pc:spChg>
        <pc:spChg chg="add del mod">
          <ac:chgData name="Findlay Copley" userId="6283a733-9867-4989-b502-3d8d61f5cf2d" providerId="ADAL" clId="{545FF2D9-FB83-4E2F-B191-EB9A453FB3C8}" dt="2022-11-08T15:20:34.624" v="597" actId="478"/>
          <ac:spMkLst>
            <pc:docMk/>
            <pc:sldMk cId="3323497868" sldId="267"/>
            <ac:spMk id="32" creationId="{A8ABC450-CE4B-ADEC-73BB-769E8BC9D50B}"/>
          </ac:spMkLst>
        </pc:spChg>
        <pc:spChg chg="add del mod">
          <ac:chgData name="Findlay Copley" userId="6283a733-9867-4989-b502-3d8d61f5cf2d" providerId="ADAL" clId="{545FF2D9-FB83-4E2F-B191-EB9A453FB3C8}" dt="2022-11-08T15:20:34.624" v="597" actId="478"/>
          <ac:spMkLst>
            <pc:docMk/>
            <pc:sldMk cId="3323497868" sldId="267"/>
            <ac:spMk id="33" creationId="{F2FC6F60-8D4B-4734-38CF-2E553D41ACC0}"/>
          </ac:spMkLst>
        </pc:spChg>
        <pc:spChg chg="add del mod">
          <ac:chgData name="Findlay Copley" userId="6283a733-9867-4989-b502-3d8d61f5cf2d" providerId="ADAL" clId="{545FF2D9-FB83-4E2F-B191-EB9A453FB3C8}" dt="2022-11-08T15:20:34.624" v="597" actId="478"/>
          <ac:spMkLst>
            <pc:docMk/>
            <pc:sldMk cId="3323497868" sldId="267"/>
            <ac:spMk id="34" creationId="{F7323023-2746-460E-DC3B-A09AA83E6646}"/>
          </ac:spMkLst>
        </pc:spChg>
        <pc:spChg chg="add del mod">
          <ac:chgData name="Findlay Copley" userId="6283a733-9867-4989-b502-3d8d61f5cf2d" providerId="ADAL" clId="{545FF2D9-FB83-4E2F-B191-EB9A453FB3C8}" dt="2022-11-08T15:20:34.624" v="597" actId="478"/>
          <ac:spMkLst>
            <pc:docMk/>
            <pc:sldMk cId="3323497868" sldId="267"/>
            <ac:spMk id="35" creationId="{888F6FA2-17CB-3D26-B499-774492E87C19}"/>
          </ac:spMkLst>
        </pc:spChg>
        <pc:spChg chg="add mod">
          <ac:chgData name="Findlay Copley" userId="6283a733-9867-4989-b502-3d8d61f5cf2d" providerId="ADAL" clId="{545FF2D9-FB83-4E2F-B191-EB9A453FB3C8}" dt="2022-11-08T15:20:25.519" v="594" actId="571"/>
          <ac:spMkLst>
            <pc:docMk/>
            <pc:sldMk cId="3323497868" sldId="267"/>
            <ac:spMk id="36" creationId="{8E561309-0AD1-8A2F-35EB-899F664B4AEF}"/>
          </ac:spMkLst>
        </pc:spChg>
        <pc:spChg chg="add mod">
          <ac:chgData name="Findlay Copley" userId="6283a733-9867-4989-b502-3d8d61f5cf2d" providerId="ADAL" clId="{545FF2D9-FB83-4E2F-B191-EB9A453FB3C8}" dt="2022-11-08T15:20:25.519" v="594" actId="571"/>
          <ac:spMkLst>
            <pc:docMk/>
            <pc:sldMk cId="3323497868" sldId="267"/>
            <ac:spMk id="37" creationId="{D4FE0C00-3CF1-81A1-8757-F66C867FBBC9}"/>
          </ac:spMkLst>
        </pc:spChg>
        <pc:spChg chg="add mod">
          <ac:chgData name="Findlay Copley" userId="6283a733-9867-4989-b502-3d8d61f5cf2d" providerId="ADAL" clId="{545FF2D9-FB83-4E2F-B191-EB9A453FB3C8}" dt="2022-11-08T15:20:25.519" v="594" actId="571"/>
          <ac:spMkLst>
            <pc:docMk/>
            <pc:sldMk cId="3323497868" sldId="267"/>
            <ac:spMk id="38" creationId="{D0246BB5-281C-64A4-792E-5AD9C1E0455A}"/>
          </ac:spMkLst>
        </pc:spChg>
        <pc:spChg chg="add del mod">
          <ac:chgData name="Findlay Copley" userId="6283a733-9867-4989-b502-3d8d61f5cf2d" providerId="ADAL" clId="{545FF2D9-FB83-4E2F-B191-EB9A453FB3C8}" dt="2022-11-08T15:20:30.137" v="596" actId="478"/>
          <ac:spMkLst>
            <pc:docMk/>
            <pc:sldMk cId="3323497868" sldId="267"/>
            <ac:spMk id="39" creationId="{483C8397-4B71-2E0D-2A46-95789B556B24}"/>
          </ac:spMkLst>
        </pc:spChg>
        <pc:spChg chg="add mod">
          <ac:chgData name="Findlay Copley" userId="6283a733-9867-4989-b502-3d8d61f5cf2d" providerId="ADAL" clId="{545FF2D9-FB83-4E2F-B191-EB9A453FB3C8}" dt="2022-11-08T15:20:25.519" v="594" actId="571"/>
          <ac:spMkLst>
            <pc:docMk/>
            <pc:sldMk cId="3323497868" sldId="267"/>
            <ac:spMk id="40" creationId="{3F914205-1FF8-7BD4-3210-6C37BF41CC21}"/>
          </ac:spMkLst>
        </pc:spChg>
        <pc:spChg chg="add del mod">
          <ac:chgData name="Findlay Copley" userId="6283a733-9867-4989-b502-3d8d61f5cf2d" providerId="ADAL" clId="{545FF2D9-FB83-4E2F-B191-EB9A453FB3C8}" dt="2022-11-08T15:20:30.137" v="596" actId="478"/>
          <ac:spMkLst>
            <pc:docMk/>
            <pc:sldMk cId="3323497868" sldId="267"/>
            <ac:spMk id="41" creationId="{E43103F1-3F23-9AF3-53C5-8FA2AE024332}"/>
          </ac:spMkLst>
        </pc:spChg>
        <pc:spChg chg="add mod">
          <ac:chgData name="Findlay Copley" userId="6283a733-9867-4989-b502-3d8d61f5cf2d" providerId="ADAL" clId="{545FF2D9-FB83-4E2F-B191-EB9A453FB3C8}" dt="2022-11-08T15:20:25.519" v="594" actId="571"/>
          <ac:spMkLst>
            <pc:docMk/>
            <pc:sldMk cId="3323497868" sldId="267"/>
            <ac:spMk id="42" creationId="{5A6A7401-4D85-F8B6-9BC0-2B3D828D7B08}"/>
          </ac:spMkLst>
        </pc:spChg>
        <pc:spChg chg="add del mod">
          <ac:chgData name="Findlay Copley" userId="6283a733-9867-4989-b502-3d8d61f5cf2d" providerId="ADAL" clId="{545FF2D9-FB83-4E2F-B191-EB9A453FB3C8}" dt="2022-11-08T15:20:30.137" v="596" actId="478"/>
          <ac:spMkLst>
            <pc:docMk/>
            <pc:sldMk cId="3323497868" sldId="267"/>
            <ac:spMk id="43" creationId="{27476DAA-7585-565B-C8D5-B81EA62F7C6C}"/>
          </ac:spMkLst>
        </pc:spChg>
        <pc:spChg chg="add del mod">
          <ac:chgData name="Findlay Copley" userId="6283a733-9867-4989-b502-3d8d61f5cf2d" providerId="ADAL" clId="{545FF2D9-FB83-4E2F-B191-EB9A453FB3C8}" dt="2022-11-08T15:20:30.137" v="596" actId="478"/>
          <ac:spMkLst>
            <pc:docMk/>
            <pc:sldMk cId="3323497868" sldId="267"/>
            <ac:spMk id="44" creationId="{D2FEC6B9-3560-F577-83BF-C0F95898ACB1}"/>
          </ac:spMkLst>
        </pc:spChg>
        <pc:spChg chg="add del mod">
          <ac:chgData name="Findlay Copley" userId="6283a733-9867-4989-b502-3d8d61f5cf2d" providerId="ADAL" clId="{545FF2D9-FB83-4E2F-B191-EB9A453FB3C8}" dt="2022-11-08T15:20:30.137" v="596" actId="478"/>
          <ac:spMkLst>
            <pc:docMk/>
            <pc:sldMk cId="3323497868" sldId="267"/>
            <ac:spMk id="45" creationId="{CBEEECFE-FC6A-26B3-A876-E92806017C6D}"/>
          </ac:spMkLst>
        </pc:spChg>
      </pc:sldChg>
      <pc:sldChg chg="add del">
        <pc:chgData name="Findlay Copley" userId="6283a733-9867-4989-b502-3d8d61f5cf2d" providerId="ADAL" clId="{545FF2D9-FB83-4E2F-B191-EB9A453FB3C8}" dt="2022-11-08T14:52:24.787" v="41" actId="47"/>
        <pc:sldMkLst>
          <pc:docMk/>
          <pc:sldMk cId="3770682276" sldId="267"/>
        </pc:sldMkLst>
      </pc:sldChg>
      <pc:sldChg chg="addSp delSp modSp add mod delAnim modAnim">
        <pc:chgData name="Findlay Copley" userId="6283a733-9867-4989-b502-3d8d61f5cf2d" providerId="ADAL" clId="{545FF2D9-FB83-4E2F-B191-EB9A453FB3C8}" dt="2022-11-08T15:31:47.804" v="704"/>
        <pc:sldMkLst>
          <pc:docMk/>
          <pc:sldMk cId="888180986" sldId="268"/>
        </pc:sldMkLst>
        <pc:spChg chg="add mod">
          <ac:chgData name="Findlay Copley" userId="6283a733-9867-4989-b502-3d8d61f5cf2d" providerId="ADAL" clId="{545FF2D9-FB83-4E2F-B191-EB9A453FB3C8}" dt="2022-11-08T15:25:48.050" v="645" actId="207"/>
          <ac:spMkLst>
            <pc:docMk/>
            <pc:sldMk cId="888180986" sldId="268"/>
            <ac:spMk id="8" creationId="{CDD1D20D-C269-3283-5366-D7785165C54E}"/>
          </ac:spMkLst>
        </pc:spChg>
        <pc:spChg chg="add mod">
          <ac:chgData name="Findlay Copley" userId="6283a733-9867-4989-b502-3d8d61f5cf2d" providerId="ADAL" clId="{545FF2D9-FB83-4E2F-B191-EB9A453FB3C8}" dt="2022-11-08T15:25:48.050" v="645" actId="207"/>
          <ac:spMkLst>
            <pc:docMk/>
            <pc:sldMk cId="888180986" sldId="268"/>
            <ac:spMk id="9" creationId="{872CCDAF-9FDB-36D4-738F-710E59DBE2BC}"/>
          </ac:spMkLst>
        </pc:spChg>
        <pc:spChg chg="add mod">
          <ac:chgData name="Findlay Copley" userId="6283a733-9867-4989-b502-3d8d61f5cf2d" providerId="ADAL" clId="{545FF2D9-FB83-4E2F-B191-EB9A453FB3C8}" dt="2022-11-08T15:30:11.232" v="689" actId="1076"/>
          <ac:spMkLst>
            <pc:docMk/>
            <pc:sldMk cId="888180986" sldId="268"/>
            <ac:spMk id="10" creationId="{B2A36A3E-8D8D-F215-C12F-9382F43AEE2D}"/>
          </ac:spMkLst>
        </pc:spChg>
        <pc:spChg chg="del">
          <ac:chgData name="Findlay Copley" userId="6283a733-9867-4989-b502-3d8d61f5cf2d" providerId="ADAL" clId="{545FF2D9-FB83-4E2F-B191-EB9A453FB3C8}" dt="2022-11-08T15:20:45.829" v="600" actId="478"/>
          <ac:spMkLst>
            <pc:docMk/>
            <pc:sldMk cId="888180986" sldId="268"/>
            <ac:spMk id="11" creationId="{301A73CA-0CBB-EEBF-8DDA-41A490001DEB}"/>
          </ac:spMkLst>
        </pc:spChg>
        <pc:spChg chg="del">
          <ac:chgData name="Findlay Copley" userId="6283a733-9867-4989-b502-3d8d61f5cf2d" providerId="ADAL" clId="{545FF2D9-FB83-4E2F-B191-EB9A453FB3C8}" dt="2022-11-08T15:20:45.829" v="600" actId="478"/>
          <ac:spMkLst>
            <pc:docMk/>
            <pc:sldMk cId="888180986" sldId="268"/>
            <ac:spMk id="12" creationId="{A295237A-C37E-82D5-6D28-4837E0F9143A}"/>
          </ac:spMkLst>
        </pc:spChg>
        <pc:spChg chg="del">
          <ac:chgData name="Findlay Copley" userId="6283a733-9867-4989-b502-3d8d61f5cf2d" providerId="ADAL" clId="{545FF2D9-FB83-4E2F-B191-EB9A453FB3C8}" dt="2022-11-08T15:20:45.829" v="600" actId="478"/>
          <ac:spMkLst>
            <pc:docMk/>
            <pc:sldMk cId="888180986" sldId="268"/>
            <ac:spMk id="13" creationId="{D7BCB6AF-6F62-6D98-D71A-A3715A5A9441}"/>
          </ac:spMkLst>
        </pc:spChg>
        <pc:spChg chg="del">
          <ac:chgData name="Findlay Copley" userId="6283a733-9867-4989-b502-3d8d61f5cf2d" providerId="ADAL" clId="{545FF2D9-FB83-4E2F-B191-EB9A453FB3C8}" dt="2022-11-08T15:20:45.829" v="600" actId="478"/>
          <ac:spMkLst>
            <pc:docMk/>
            <pc:sldMk cId="888180986" sldId="268"/>
            <ac:spMk id="14" creationId="{05F95F05-9121-D365-3EDD-ADAB1E74CC19}"/>
          </ac:spMkLst>
        </pc:spChg>
        <pc:spChg chg="del">
          <ac:chgData name="Findlay Copley" userId="6283a733-9867-4989-b502-3d8d61f5cf2d" providerId="ADAL" clId="{545FF2D9-FB83-4E2F-B191-EB9A453FB3C8}" dt="2022-11-08T15:20:45.829" v="600" actId="478"/>
          <ac:spMkLst>
            <pc:docMk/>
            <pc:sldMk cId="888180986" sldId="268"/>
            <ac:spMk id="15" creationId="{B8DE0416-6420-156C-20B1-737BA154410E}"/>
          </ac:spMkLst>
        </pc:spChg>
        <pc:spChg chg="del">
          <ac:chgData name="Findlay Copley" userId="6283a733-9867-4989-b502-3d8d61f5cf2d" providerId="ADAL" clId="{545FF2D9-FB83-4E2F-B191-EB9A453FB3C8}" dt="2022-11-08T15:20:45.829" v="600" actId="478"/>
          <ac:spMkLst>
            <pc:docMk/>
            <pc:sldMk cId="888180986" sldId="268"/>
            <ac:spMk id="16" creationId="{75395AFC-8429-7C6C-EC6F-625EE9264CEB}"/>
          </ac:spMkLst>
        </pc:spChg>
        <pc:spChg chg="del">
          <ac:chgData name="Findlay Copley" userId="6283a733-9867-4989-b502-3d8d61f5cf2d" providerId="ADAL" clId="{545FF2D9-FB83-4E2F-B191-EB9A453FB3C8}" dt="2022-11-08T15:20:45.829" v="600" actId="478"/>
          <ac:spMkLst>
            <pc:docMk/>
            <pc:sldMk cId="888180986" sldId="268"/>
            <ac:spMk id="17" creationId="{9260862F-D648-BF7C-9B86-6645ED2F1AE9}"/>
          </ac:spMkLst>
        </pc:spChg>
        <pc:spChg chg="del">
          <ac:chgData name="Findlay Copley" userId="6283a733-9867-4989-b502-3d8d61f5cf2d" providerId="ADAL" clId="{545FF2D9-FB83-4E2F-B191-EB9A453FB3C8}" dt="2022-11-08T15:20:45.829" v="600" actId="478"/>
          <ac:spMkLst>
            <pc:docMk/>
            <pc:sldMk cId="888180986" sldId="268"/>
            <ac:spMk id="18" creationId="{B01257DC-B8E8-8D57-C747-130CFFEB0C9F}"/>
          </ac:spMkLst>
        </pc:spChg>
        <pc:spChg chg="del">
          <ac:chgData name="Findlay Copley" userId="6283a733-9867-4989-b502-3d8d61f5cf2d" providerId="ADAL" clId="{545FF2D9-FB83-4E2F-B191-EB9A453FB3C8}" dt="2022-11-08T15:20:45.829" v="600" actId="478"/>
          <ac:spMkLst>
            <pc:docMk/>
            <pc:sldMk cId="888180986" sldId="268"/>
            <ac:spMk id="19" creationId="{F4032833-8D33-6968-A415-177268B5A931}"/>
          </ac:spMkLst>
        </pc:spChg>
        <pc:spChg chg="del">
          <ac:chgData name="Findlay Copley" userId="6283a733-9867-4989-b502-3d8d61f5cf2d" providerId="ADAL" clId="{545FF2D9-FB83-4E2F-B191-EB9A453FB3C8}" dt="2022-11-08T15:20:45.829" v="600" actId="478"/>
          <ac:spMkLst>
            <pc:docMk/>
            <pc:sldMk cId="888180986" sldId="268"/>
            <ac:spMk id="20" creationId="{D516EA03-83D0-7E60-F1F0-F653F6DFA843}"/>
          </ac:spMkLst>
        </pc:spChg>
        <pc:spChg chg="del">
          <ac:chgData name="Findlay Copley" userId="6283a733-9867-4989-b502-3d8d61f5cf2d" providerId="ADAL" clId="{545FF2D9-FB83-4E2F-B191-EB9A453FB3C8}" dt="2022-11-08T15:20:45.829" v="600" actId="478"/>
          <ac:spMkLst>
            <pc:docMk/>
            <pc:sldMk cId="888180986" sldId="268"/>
            <ac:spMk id="21" creationId="{F243D17F-2F56-4EE6-3D0A-1BC0250CD3EA}"/>
          </ac:spMkLst>
        </pc:spChg>
        <pc:spChg chg="del">
          <ac:chgData name="Findlay Copley" userId="6283a733-9867-4989-b502-3d8d61f5cf2d" providerId="ADAL" clId="{545FF2D9-FB83-4E2F-B191-EB9A453FB3C8}" dt="2022-11-08T15:20:45.829" v="600" actId="478"/>
          <ac:spMkLst>
            <pc:docMk/>
            <pc:sldMk cId="888180986" sldId="268"/>
            <ac:spMk id="22" creationId="{6EA794B6-4881-1037-C534-17FB361E4B45}"/>
          </ac:spMkLst>
        </pc:spChg>
        <pc:spChg chg="del">
          <ac:chgData name="Findlay Copley" userId="6283a733-9867-4989-b502-3d8d61f5cf2d" providerId="ADAL" clId="{545FF2D9-FB83-4E2F-B191-EB9A453FB3C8}" dt="2022-11-08T15:20:45.829" v="600" actId="478"/>
          <ac:spMkLst>
            <pc:docMk/>
            <pc:sldMk cId="888180986" sldId="268"/>
            <ac:spMk id="23" creationId="{F928CDF7-8AE3-3FBE-9C50-1B867BA98506}"/>
          </ac:spMkLst>
        </pc:spChg>
        <pc:spChg chg="del">
          <ac:chgData name="Findlay Copley" userId="6283a733-9867-4989-b502-3d8d61f5cf2d" providerId="ADAL" clId="{545FF2D9-FB83-4E2F-B191-EB9A453FB3C8}" dt="2022-11-08T15:20:45.829" v="600" actId="478"/>
          <ac:spMkLst>
            <pc:docMk/>
            <pc:sldMk cId="888180986" sldId="268"/>
            <ac:spMk id="24" creationId="{9BEB6EB8-2C8F-1AAB-6AF5-2C4262E289C2}"/>
          </ac:spMkLst>
        </pc:spChg>
        <pc:spChg chg="del">
          <ac:chgData name="Findlay Copley" userId="6283a733-9867-4989-b502-3d8d61f5cf2d" providerId="ADAL" clId="{545FF2D9-FB83-4E2F-B191-EB9A453FB3C8}" dt="2022-11-08T15:20:45.829" v="600" actId="478"/>
          <ac:spMkLst>
            <pc:docMk/>
            <pc:sldMk cId="888180986" sldId="268"/>
            <ac:spMk id="25" creationId="{E34F5ECD-F0D5-43E0-52B0-D52BCB0B82ED}"/>
          </ac:spMkLst>
        </pc:spChg>
        <pc:spChg chg="del">
          <ac:chgData name="Findlay Copley" userId="6283a733-9867-4989-b502-3d8d61f5cf2d" providerId="ADAL" clId="{545FF2D9-FB83-4E2F-B191-EB9A453FB3C8}" dt="2022-11-08T15:20:45.829" v="600" actId="478"/>
          <ac:spMkLst>
            <pc:docMk/>
            <pc:sldMk cId="888180986" sldId="268"/>
            <ac:spMk id="26" creationId="{1954675E-DDD4-20C5-55CB-EF5F2DC6A077}"/>
          </ac:spMkLst>
        </pc:spChg>
        <pc:spChg chg="del">
          <ac:chgData name="Findlay Copley" userId="6283a733-9867-4989-b502-3d8d61f5cf2d" providerId="ADAL" clId="{545FF2D9-FB83-4E2F-B191-EB9A453FB3C8}" dt="2022-11-08T15:20:45.829" v="600" actId="478"/>
          <ac:spMkLst>
            <pc:docMk/>
            <pc:sldMk cId="888180986" sldId="268"/>
            <ac:spMk id="27" creationId="{E707D87A-BC74-71F6-DEC1-7C2B4430DCC5}"/>
          </ac:spMkLst>
        </pc:spChg>
        <pc:spChg chg="del">
          <ac:chgData name="Findlay Copley" userId="6283a733-9867-4989-b502-3d8d61f5cf2d" providerId="ADAL" clId="{545FF2D9-FB83-4E2F-B191-EB9A453FB3C8}" dt="2022-11-08T15:20:45.829" v="600" actId="478"/>
          <ac:spMkLst>
            <pc:docMk/>
            <pc:sldMk cId="888180986" sldId="268"/>
            <ac:spMk id="28" creationId="{0EE734AE-0EC6-DAB8-3882-BEC0A1A67A51}"/>
          </ac:spMkLst>
        </pc:spChg>
        <pc:spChg chg="del">
          <ac:chgData name="Findlay Copley" userId="6283a733-9867-4989-b502-3d8d61f5cf2d" providerId="ADAL" clId="{545FF2D9-FB83-4E2F-B191-EB9A453FB3C8}" dt="2022-11-08T15:20:45.829" v="600" actId="478"/>
          <ac:spMkLst>
            <pc:docMk/>
            <pc:sldMk cId="888180986" sldId="268"/>
            <ac:spMk id="29" creationId="{4C18211C-D456-7B0C-4E83-2EFBBB53FB9E}"/>
          </ac:spMkLst>
        </pc:spChg>
        <pc:spChg chg="del">
          <ac:chgData name="Findlay Copley" userId="6283a733-9867-4989-b502-3d8d61f5cf2d" providerId="ADAL" clId="{545FF2D9-FB83-4E2F-B191-EB9A453FB3C8}" dt="2022-11-08T15:20:45.829" v="600" actId="478"/>
          <ac:spMkLst>
            <pc:docMk/>
            <pc:sldMk cId="888180986" sldId="268"/>
            <ac:spMk id="30" creationId="{80DE0EFF-1100-91A1-58DE-FA1A912308EC}"/>
          </ac:spMkLst>
        </pc:spChg>
        <pc:spChg chg="add mod">
          <ac:chgData name="Findlay Copley" userId="6283a733-9867-4989-b502-3d8d61f5cf2d" providerId="ADAL" clId="{545FF2D9-FB83-4E2F-B191-EB9A453FB3C8}" dt="2022-11-08T15:30:11.232" v="689" actId="1076"/>
          <ac:spMkLst>
            <pc:docMk/>
            <pc:sldMk cId="888180986" sldId="268"/>
            <ac:spMk id="31" creationId="{C736A022-08C3-CC37-7F07-A88C309D40D3}"/>
          </ac:spMkLst>
        </pc:spChg>
        <pc:spChg chg="add mod">
          <ac:chgData name="Findlay Copley" userId="6283a733-9867-4989-b502-3d8d61f5cf2d" providerId="ADAL" clId="{545FF2D9-FB83-4E2F-B191-EB9A453FB3C8}" dt="2022-11-08T15:30:11.232" v="689" actId="1076"/>
          <ac:spMkLst>
            <pc:docMk/>
            <pc:sldMk cId="888180986" sldId="268"/>
            <ac:spMk id="32" creationId="{CBC086B8-2BBD-9230-1576-E4CAB5857872}"/>
          </ac:spMkLst>
        </pc:spChg>
        <pc:spChg chg="add mod ord">
          <ac:chgData name="Findlay Copley" userId="6283a733-9867-4989-b502-3d8d61f5cf2d" providerId="ADAL" clId="{545FF2D9-FB83-4E2F-B191-EB9A453FB3C8}" dt="2022-11-08T15:30:11.232" v="689" actId="1076"/>
          <ac:spMkLst>
            <pc:docMk/>
            <pc:sldMk cId="888180986" sldId="268"/>
            <ac:spMk id="33" creationId="{1159444E-8DDC-72F0-39B6-9CC3B965B871}"/>
          </ac:spMkLst>
        </pc:spChg>
        <pc:spChg chg="add mod">
          <ac:chgData name="Findlay Copley" userId="6283a733-9867-4989-b502-3d8d61f5cf2d" providerId="ADAL" clId="{545FF2D9-FB83-4E2F-B191-EB9A453FB3C8}" dt="2022-11-08T15:28:05.709" v="660" actId="164"/>
          <ac:spMkLst>
            <pc:docMk/>
            <pc:sldMk cId="888180986" sldId="268"/>
            <ac:spMk id="34" creationId="{7018CE90-3F6F-DC9C-2349-D8906EB0A4B1}"/>
          </ac:spMkLst>
        </pc:spChg>
        <pc:spChg chg="add mod">
          <ac:chgData name="Findlay Copley" userId="6283a733-9867-4989-b502-3d8d61f5cf2d" providerId="ADAL" clId="{545FF2D9-FB83-4E2F-B191-EB9A453FB3C8}" dt="2022-11-08T15:28:05.709" v="660" actId="164"/>
          <ac:spMkLst>
            <pc:docMk/>
            <pc:sldMk cId="888180986" sldId="268"/>
            <ac:spMk id="35" creationId="{5FC711E0-D6BC-5A93-32E3-73B8D0A2FD5C}"/>
          </ac:spMkLst>
        </pc:spChg>
        <pc:spChg chg="mod">
          <ac:chgData name="Findlay Copley" userId="6283a733-9867-4989-b502-3d8d61f5cf2d" providerId="ADAL" clId="{545FF2D9-FB83-4E2F-B191-EB9A453FB3C8}" dt="2022-11-08T15:21:14.486" v="605" actId="164"/>
          <ac:spMkLst>
            <pc:docMk/>
            <pc:sldMk cId="888180986" sldId="268"/>
            <ac:spMk id="36" creationId="{8E561309-0AD1-8A2F-35EB-899F664B4AEF}"/>
          </ac:spMkLst>
        </pc:spChg>
        <pc:spChg chg="mod">
          <ac:chgData name="Findlay Copley" userId="6283a733-9867-4989-b502-3d8d61f5cf2d" providerId="ADAL" clId="{545FF2D9-FB83-4E2F-B191-EB9A453FB3C8}" dt="2022-11-08T15:21:12.788" v="604" actId="164"/>
          <ac:spMkLst>
            <pc:docMk/>
            <pc:sldMk cId="888180986" sldId="268"/>
            <ac:spMk id="37" creationId="{D4FE0C00-3CF1-81A1-8757-F66C867FBBC9}"/>
          </ac:spMkLst>
        </pc:spChg>
        <pc:spChg chg="mod">
          <ac:chgData name="Findlay Copley" userId="6283a733-9867-4989-b502-3d8d61f5cf2d" providerId="ADAL" clId="{545FF2D9-FB83-4E2F-B191-EB9A453FB3C8}" dt="2022-11-08T15:21:03.979" v="601" actId="164"/>
          <ac:spMkLst>
            <pc:docMk/>
            <pc:sldMk cId="888180986" sldId="268"/>
            <ac:spMk id="38" creationId="{D0246BB5-281C-64A4-792E-5AD9C1E0455A}"/>
          </ac:spMkLst>
        </pc:spChg>
        <pc:spChg chg="mod">
          <ac:chgData name="Findlay Copley" userId="6283a733-9867-4989-b502-3d8d61f5cf2d" providerId="ADAL" clId="{545FF2D9-FB83-4E2F-B191-EB9A453FB3C8}" dt="2022-11-08T15:21:03.979" v="601" actId="164"/>
          <ac:spMkLst>
            <pc:docMk/>
            <pc:sldMk cId="888180986" sldId="268"/>
            <ac:spMk id="39" creationId="{483C8397-4B71-2E0D-2A46-95789B556B24}"/>
          </ac:spMkLst>
        </pc:spChg>
        <pc:spChg chg="mod">
          <ac:chgData name="Findlay Copley" userId="6283a733-9867-4989-b502-3d8d61f5cf2d" providerId="ADAL" clId="{545FF2D9-FB83-4E2F-B191-EB9A453FB3C8}" dt="2022-11-08T15:21:07.563" v="602" actId="164"/>
          <ac:spMkLst>
            <pc:docMk/>
            <pc:sldMk cId="888180986" sldId="268"/>
            <ac:spMk id="40" creationId="{3F914205-1FF8-7BD4-3210-6C37BF41CC21}"/>
          </ac:spMkLst>
        </pc:spChg>
        <pc:spChg chg="mod">
          <ac:chgData name="Findlay Copley" userId="6283a733-9867-4989-b502-3d8d61f5cf2d" providerId="ADAL" clId="{545FF2D9-FB83-4E2F-B191-EB9A453FB3C8}" dt="2022-11-08T15:21:07.563" v="602" actId="164"/>
          <ac:spMkLst>
            <pc:docMk/>
            <pc:sldMk cId="888180986" sldId="268"/>
            <ac:spMk id="41" creationId="{E43103F1-3F23-9AF3-53C5-8FA2AE024332}"/>
          </ac:spMkLst>
        </pc:spChg>
        <pc:spChg chg="mod">
          <ac:chgData name="Findlay Copley" userId="6283a733-9867-4989-b502-3d8d61f5cf2d" providerId="ADAL" clId="{545FF2D9-FB83-4E2F-B191-EB9A453FB3C8}" dt="2022-11-08T15:21:09.683" v="603" actId="164"/>
          <ac:spMkLst>
            <pc:docMk/>
            <pc:sldMk cId="888180986" sldId="268"/>
            <ac:spMk id="42" creationId="{5A6A7401-4D85-F8B6-9BC0-2B3D828D7B08}"/>
          </ac:spMkLst>
        </pc:spChg>
        <pc:spChg chg="mod">
          <ac:chgData name="Findlay Copley" userId="6283a733-9867-4989-b502-3d8d61f5cf2d" providerId="ADAL" clId="{545FF2D9-FB83-4E2F-B191-EB9A453FB3C8}" dt="2022-11-08T15:21:09.683" v="603" actId="164"/>
          <ac:spMkLst>
            <pc:docMk/>
            <pc:sldMk cId="888180986" sldId="268"/>
            <ac:spMk id="43" creationId="{27476DAA-7585-565B-C8D5-B81EA62F7C6C}"/>
          </ac:spMkLst>
        </pc:spChg>
        <pc:spChg chg="mod">
          <ac:chgData name="Findlay Copley" userId="6283a733-9867-4989-b502-3d8d61f5cf2d" providerId="ADAL" clId="{545FF2D9-FB83-4E2F-B191-EB9A453FB3C8}" dt="2022-11-08T15:21:12.788" v="604" actId="164"/>
          <ac:spMkLst>
            <pc:docMk/>
            <pc:sldMk cId="888180986" sldId="268"/>
            <ac:spMk id="44" creationId="{D2FEC6B9-3560-F577-83BF-C0F95898ACB1}"/>
          </ac:spMkLst>
        </pc:spChg>
        <pc:spChg chg="mod">
          <ac:chgData name="Findlay Copley" userId="6283a733-9867-4989-b502-3d8d61f5cf2d" providerId="ADAL" clId="{545FF2D9-FB83-4E2F-B191-EB9A453FB3C8}" dt="2022-11-08T15:21:14.486" v="605" actId="164"/>
          <ac:spMkLst>
            <pc:docMk/>
            <pc:sldMk cId="888180986" sldId="268"/>
            <ac:spMk id="45" creationId="{CBEEECFE-FC6A-26B3-A876-E92806017C6D}"/>
          </ac:spMkLst>
        </pc:spChg>
        <pc:spChg chg="add mod">
          <ac:chgData name="Findlay Copley" userId="6283a733-9867-4989-b502-3d8d61f5cf2d" providerId="ADAL" clId="{545FF2D9-FB83-4E2F-B191-EB9A453FB3C8}" dt="2022-11-08T15:28:05.709" v="660" actId="164"/>
          <ac:spMkLst>
            <pc:docMk/>
            <pc:sldMk cId="888180986" sldId="268"/>
            <ac:spMk id="46" creationId="{C7F5A7F6-DD0D-321B-A731-9129C759E8FC}"/>
          </ac:spMkLst>
        </pc:spChg>
        <pc:spChg chg="add mod">
          <ac:chgData name="Findlay Copley" userId="6283a733-9867-4989-b502-3d8d61f5cf2d" providerId="ADAL" clId="{545FF2D9-FB83-4E2F-B191-EB9A453FB3C8}" dt="2022-11-08T15:28:05.709" v="660" actId="164"/>
          <ac:spMkLst>
            <pc:docMk/>
            <pc:sldMk cId="888180986" sldId="268"/>
            <ac:spMk id="47" creationId="{CF59A2E2-5F3F-77AD-BBFA-B9A02ABAF2B7}"/>
          </ac:spMkLst>
        </pc:spChg>
        <pc:spChg chg="del mod topLvl">
          <ac:chgData name="Findlay Copley" userId="6283a733-9867-4989-b502-3d8d61f5cf2d" providerId="ADAL" clId="{545FF2D9-FB83-4E2F-B191-EB9A453FB3C8}" dt="2022-11-08T15:30:01.104" v="688" actId="478"/>
          <ac:spMkLst>
            <pc:docMk/>
            <pc:sldMk cId="888180986" sldId="268"/>
            <ac:spMk id="50" creationId="{562112EA-AF9D-A3F4-E14E-CFDB348C2A6D}"/>
          </ac:spMkLst>
        </pc:spChg>
        <pc:spChg chg="del mod topLvl">
          <ac:chgData name="Findlay Copley" userId="6283a733-9867-4989-b502-3d8d61f5cf2d" providerId="ADAL" clId="{545FF2D9-FB83-4E2F-B191-EB9A453FB3C8}" dt="2022-11-08T15:30:16.095" v="690" actId="478"/>
          <ac:spMkLst>
            <pc:docMk/>
            <pc:sldMk cId="888180986" sldId="268"/>
            <ac:spMk id="51" creationId="{67FA1BA7-B7B7-0598-EDA6-53CBF2AE1D60}"/>
          </ac:spMkLst>
        </pc:spChg>
        <pc:spChg chg="add mod">
          <ac:chgData name="Findlay Copley" userId="6283a733-9867-4989-b502-3d8d61f5cf2d" providerId="ADAL" clId="{545FF2D9-FB83-4E2F-B191-EB9A453FB3C8}" dt="2022-11-08T15:30:58.748" v="701" actId="1037"/>
          <ac:spMkLst>
            <pc:docMk/>
            <pc:sldMk cId="888180986" sldId="268"/>
            <ac:spMk id="52" creationId="{2D1717FC-FC97-5DD4-B528-008CCC99C65B}"/>
          </ac:spMkLst>
        </pc:spChg>
        <pc:spChg chg="add mod">
          <ac:chgData name="Findlay Copley" userId="6283a733-9867-4989-b502-3d8d61f5cf2d" providerId="ADAL" clId="{545FF2D9-FB83-4E2F-B191-EB9A453FB3C8}" dt="2022-11-08T15:30:58.748" v="701" actId="1037"/>
          <ac:spMkLst>
            <pc:docMk/>
            <pc:sldMk cId="888180986" sldId="268"/>
            <ac:spMk id="53" creationId="{FE21EC01-C271-98BA-BE25-C7BB6F215FA1}"/>
          </ac:spMkLst>
        </pc:spChg>
        <pc:spChg chg="add mod">
          <ac:chgData name="Findlay Copley" userId="6283a733-9867-4989-b502-3d8d61f5cf2d" providerId="ADAL" clId="{545FF2D9-FB83-4E2F-B191-EB9A453FB3C8}" dt="2022-11-08T15:30:58.748" v="701" actId="1037"/>
          <ac:spMkLst>
            <pc:docMk/>
            <pc:sldMk cId="888180986" sldId="268"/>
            <ac:spMk id="54" creationId="{25385B2F-40FB-70D4-3F7E-80F373840724}"/>
          </ac:spMkLst>
        </pc:spChg>
        <pc:spChg chg="add mod">
          <ac:chgData name="Findlay Copley" userId="6283a733-9867-4989-b502-3d8d61f5cf2d" providerId="ADAL" clId="{545FF2D9-FB83-4E2F-B191-EB9A453FB3C8}" dt="2022-11-08T15:30:58.748" v="701" actId="1037"/>
          <ac:spMkLst>
            <pc:docMk/>
            <pc:sldMk cId="888180986" sldId="268"/>
            <ac:spMk id="55" creationId="{E6C82325-F7D0-2AF3-38DE-707E9B65E062}"/>
          </ac:spMkLst>
        </pc:spChg>
        <pc:grpChg chg="add mod">
          <ac:chgData name="Findlay Copley" userId="6283a733-9867-4989-b502-3d8d61f5cf2d" providerId="ADAL" clId="{545FF2D9-FB83-4E2F-B191-EB9A453FB3C8}" dt="2022-11-08T15:29:10.922" v="679" actId="1076"/>
          <ac:grpSpMkLst>
            <pc:docMk/>
            <pc:sldMk cId="888180986" sldId="268"/>
            <ac:grpSpMk id="3" creationId="{11D53E28-301A-E193-037B-6D1E82633DEC}"/>
          </ac:grpSpMkLst>
        </pc:grpChg>
        <pc:grpChg chg="add mod">
          <ac:chgData name="Findlay Copley" userId="6283a733-9867-4989-b502-3d8d61f5cf2d" providerId="ADAL" clId="{545FF2D9-FB83-4E2F-B191-EB9A453FB3C8}" dt="2022-11-08T15:21:07.563" v="602" actId="164"/>
          <ac:grpSpMkLst>
            <pc:docMk/>
            <pc:sldMk cId="888180986" sldId="268"/>
            <ac:grpSpMk id="4" creationId="{6D1A3255-FB90-3876-EFD3-D2C996136D43}"/>
          </ac:grpSpMkLst>
        </pc:grpChg>
        <pc:grpChg chg="add mod">
          <ac:chgData name="Findlay Copley" userId="6283a733-9867-4989-b502-3d8d61f5cf2d" providerId="ADAL" clId="{545FF2D9-FB83-4E2F-B191-EB9A453FB3C8}" dt="2022-11-08T15:21:09.683" v="603" actId="164"/>
          <ac:grpSpMkLst>
            <pc:docMk/>
            <pc:sldMk cId="888180986" sldId="268"/>
            <ac:grpSpMk id="5" creationId="{3138E40E-71FF-032C-E6A7-AA85EA3D3B6A}"/>
          </ac:grpSpMkLst>
        </pc:grpChg>
        <pc:grpChg chg="add mod">
          <ac:chgData name="Findlay Copley" userId="6283a733-9867-4989-b502-3d8d61f5cf2d" providerId="ADAL" clId="{545FF2D9-FB83-4E2F-B191-EB9A453FB3C8}" dt="2022-11-08T15:21:12.788" v="604" actId="164"/>
          <ac:grpSpMkLst>
            <pc:docMk/>
            <pc:sldMk cId="888180986" sldId="268"/>
            <ac:grpSpMk id="6" creationId="{A80D6DA9-E112-B0A3-1F43-6CBA8DE2706F}"/>
          </ac:grpSpMkLst>
        </pc:grpChg>
        <pc:grpChg chg="add mod">
          <ac:chgData name="Findlay Copley" userId="6283a733-9867-4989-b502-3d8d61f5cf2d" providerId="ADAL" clId="{545FF2D9-FB83-4E2F-B191-EB9A453FB3C8}" dt="2022-11-08T15:21:14.486" v="605" actId="164"/>
          <ac:grpSpMkLst>
            <pc:docMk/>
            <pc:sldMk cId="888180986" sldId="268"/>
            <ac:grpSpMk id="7" creationId="{646840A3-B61A-C9C3-9453-3B6B796E910B}"/>
          </ac:grpSpMkLst>
        </pc:grpChg>
        <pc:grpChg chg="add del mod">
          <ac:chgData name="Findlay Copley" userId="6283a733-9867-4989-b502-3d8d61f5cf2d" providerId="ADAL" clId="{545FF2D9-FB83-4E2F-B191-EB9A453FB3C8}" dt="2022-11-08T15:29:15.273" v="683" actId="478"/>
          <ac:grpSpMkLst>
            <pc:docMk/>
            <pc:sldMk cId="888180986" sldId="268"/>
            <ac:grpSpMk id="48" creationId="{B1ADC6C3-E465-26AB-4250-618D822D2FB4}"/>
          </ac:grpSpMkLst>
        </pc:grpChg>
        <pc:grpChg chg="add del mod">
          <ac:chgData name="Findlay Copley" userId="6283a733-9867-4989-b502-3d8d61f5cf2d" providerId="ADAL" clId="{545FF2D9-FB83-4E2F-B191-EB9A453FB3C8}" dt="2022-11-08T15:30:01.104" v="688" actId="478"/>
          <ac:grpSpMkLst>
            <pc:docMk/>
            <pc:sldMk cId="888180986" sldId="268"/>
            <ac:grpSpMk id="49" creationId="{5D1B84CE-E444-1052-B2DE-2152D4D68F2D}"/>
          </ac:grpSpMkLst>
        </pc:grpChg>
      </pc:sldChg>
      <pc:sldChg chg="add del">
        <pc:chgData name="Findlay Copley" userId="6283a733-9867-4989-b502-3d8d61f5cf2d" providerId="ADAL" clId="{545FF2D9-FB83-4E2F-B191-EB9A453FB3C8}" dt="2022-11-08T14:52:24.787" v="41" actId="47"/>
        <pc:sldMkLst>
          <pc:docMk/>
          <pc:sldMk cId="3479210073" sldId="268"/>
        </pc:sldMkLst>
      </pc:sldChg>
      <pc:sldChg chg="modSp new del mod">
        <pc:chgData name="Findlay Copley" userId="6283a733-9867-4989-b502-3d8d61f5cf2d" providerId="ADAL" clId="{545FF2D9-FB83-4E2F-B191-EB9A453FB3C8}" dt="2022-11-08T15:32:38.894" v="728" actId="2696"/>
        <pc:sldMkLst>
          <pc:docMk/>
          <pc:sldMk cId="1222074618" sldId="269"/>
        </pc:sldMkLst>
        <pc:spChg chg="mod">
          <ac:chgData name="Findlay Copley" userId="6283a733-9867-4989-b502-3d8d61f5cf2d" providerId="ADAL" clId="{545FF2D9-FB83-4E2F-B191-EB9A453FB3C8}" dt="2022-11-08T15:32:31.300" v="727" actId="6549"/>
          <ac:spMkLst>
            <pc:docMk/>
            <pc:sldMk cId="1222074618" sldId="269"/>
            <ac:spMk id="3" creationId="{6E7FFAC8-9AA3-A287-8F0C-C046DF5148A9}"/>
          </ac:spMkLst>
        </pc:spChg>
      </pc:sldChg>
      <pc:sldChg chg="modSp new mod">
        <pc:chgData name="Findlay Copley" userId="6283a733-9867-4989-b502-3d8d61f5cf2d" providerId="ADAL" clId="{545FF2D9-FB83-4E2F-B191-EB9A453FB3C8}" dt="2022-11-08T15:32:52.574" v="740" actId="20577"/>
        <pc:sldMkLst>
          <pc:docMk/>
          <pc:sldMk cId="2704613856" sldId="269"/>
        </pc:sldMkLst>
        <pc:spChg chg="mod">
          <ac:chgData name="Findlay Copley" userId="6283a733-9867-4989-b502-3d8d61f5cf2d" providerId="ADAL" clId="{545FF2D9-FB83-4E2F-B191-EB9A453FB3C8}" dt="2022-11-08T15:32:52.574" v="740" actId="20577"/>
          <ac:spMkLst>
            <pc:docMk/>
            <pc:sldMk cId="2704613856" sldId="269"/>
            <ac:spMk id="2" creationId="{9F4657F0-0B69-85A6-B900-3B148D14E512}"/>
          </ac:spMkLst>
        </pc:spChg>
      </pc:sldChg>
      <pc:sldChg chg="add del">
        <pc:chgData name="Findlay Copley" userId="6283a733-9867-4989-b502-3d8d61f5cf2d" providerId="ADAL" clId="{545FF2D9-FB83-4E2F-B191-EB9A453FB3C8}" dt="2022-11-08T14:52:24.787" v="41" actId="47"/>
        <pc:sldMkLst>
          <pc:docMk/>
          <pc:sldMk cId="2989595148" sldId="269"/>
        </pc:sldMkLst>
      </pc:sldChg>
      <pc:sldChg chg="add del">
        <pc:chgData name="Findlay Copley" userId="6283a733-9867-4989-b502-3d8d61f5cf2d" providerId="ADAL" clId="{545FF2D9-FB83-4E2F-B191-EB9A453FB3C8}" dt="2022-11-08T14:52:24.787" v="41" actId="47"/>
        <pc:sldMkLst>
          <pc:docMk/>
          <pc:sldMk cId="648381009" sldId="270"/>
        </pc:sldMkLst>
      </pc:sldChg>
      <pc:sldChg chg="add del">
        <pc:chgData name="Findlay Copley" userId="6283a733-9867-4989-b502-3d8d61f5cf2d" providerId="ADAL" clId="{545FF2D9-FB83-4E2F-B191-EB9A453FB3C8}" dt="2022-11-08T14:52:24.787" v="41" actId="47"/>
        <pc:sldMkLst>
          <pc:docMk/>
          <pc:sldMk cId="3311858384" sldId="271"/>
        </pc:sldMkLst>
      </pc:sldChg>
      <pc:sldChg chg="add del">
        <pc:chgData name="Findlay Copley" userId="6283a733-9867-4989-b502-3d8d61f5cf2d" providerId="ADAL" clId="{545FF2D9-FB83-4E2F-B191-EB9A453FB3C8}" dt="2022-11-08T14:52:24.787" v="41" actId="47"/>
        <pc:sldMkLst>
          <pc:docMk/>
          <pc:sldMk cId="1399246722" sldId="272"/>
        </pc:sldMkLst>
      </pc:sldChg>
      <pc:sldChg chg="add del">
        <pc:chgData name="Findlay Copley" userId="6283a733-9867-4989-b502-3d8d61f5cf2d" providerId="ADAL" clId="{545FF2D9-FB83-4E2F-B191-EB9A453FB3C8}" dt="2022-11-08T14:52:24.787" v="41" actId="47"/>
        <pc:sldMkLst>
          <pc:docMk/>
          <pc:sldMk cId="2086239357" sldId="273"/>
        </pc:sldMkLst>
      </pc:sldChg>
      <pc:sldChg chg="add del">
        <pc:chgData name="Findlay Copley" userId="6283a733-9867-4989-b502-3d8d61f5cf2d" providerId="ADAL" clId="{545FF2D9-FB83-4E2F-B191-EB9A453FB3C8}" dt="2022-11-08T14:52:24.787" v="41" actId="47"/>
        <pc:sldMkLst>
          <pc:docMk/>
          <pc:sldMk cId="3355637817" sldId="274"/>
        </pc:sldMkLst>
      </pc:sldChg>
    </pc:docChg>
  </pc:docChgLst>
  <pc:docChgLst>
    <pc:chgData name="Findlay Copley" userId="6283a733-9867-4989-b502-3d8d61f5cf2d" providerId="ADAL" clId="{8D07FFFD-7911-4885-83F5-60DC84AD060E}"/>
    <pc:docChg chg="custSel modSld">
      <pc:chgData name="Findlay Copley" userId="6283a733-9867-4989-b502-3d8d61f5cf2d" providerId="ADAL" clId="{8D07FFFD-7911-4885-83F5-60DC84AD060E}" dt="2023-02-06T12:11:25.271" v="2" actId="478"/>
      <pc:docMkLst>
        <pc:docMk/>
      </pc:docMkLst>
      <pc:sldChg chg="addSp delSp modSp mod">
        <pc:chgData name="Findlay Copley" userId="6283a733-9867-4989-b502-3d8d61f5cf2d" providerId="ADAL" clId="{8D07FFFD-7911-4885-83F5-60DC84AD060E}" dt="2023-02-06T12:11:25.271" v="2" actId="478"/>
        <pc:sldMkLst>
          <pc:docMk/>
          <pc:sldMk cId="444381335" sldId="273"/>
        </pc:sldMkLst>
        <pc:graphicFrameChg chg="add del mod modGraphic">
          <ac:chgData name="Findlay Copley" userId="6283a733-9867-4989-b502-3d8d61f5cf2d" providerId="ADAL" clId="{8D07FFFD-7911-4885-83F5-60DC84AD060E}" dt="2023-02-06T12:11:25.271" v="2" actId="478"/>
          <ac:graphicFrameMkLst>
            <pc:docMk/>
            <pc:sldMk cId="444381335" sldId="273"/>
            <ac:graphicFrameMk id="5" creationId="{514CA79A-0122-9122-6C63-41F32CDE56E4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11F03-7EDA-4EFC-9FB2-15F78E425FE3}" type="datetimeFigureOut">
              <a:rPr lang="en-GB" smtClean="0"/>
              <a:t>03/11/2024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5704A0-5614-4E31-B499-FE0AEC23C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843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704A0-5614-4E31-B499-FE0AEC23C7FE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7257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omputer script on a screen">
            <a:extLst>
              <a:ext uri="{FF2B5EF4-FFF2-40B4-BE49-F238E27FC236}">
                <a16:creationId xmlns:a16="http://schemas.microsoft.com/office/drawing/2014/main" id="{1BB2120E-8EB2-3526-4746-4C438074D3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17" b="8713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D44448-B5E1-9451-739D-0F63161B7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231200-6F9A-E57C-96CB-B89E21C701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A4BF7-8BA4-339A-1B8B-AC18B072B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1E835-B7F6-48EB-9DA2-1EBB6933C595}" type="datetimeFigureOut">
              <a:rPr lang="en-GB" smtClean="0"/>
              <a:t>03/11/2024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5BDE2-74C4-B727-5FA2-75CBFF4AB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4961B-53B7-FDEF-FAAD-2E784BF1E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C33FB-EF85-45D5-AD6C-403C7B8925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55030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1D659-27C1-9838-04B0-E7982361A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50A6C-CB23-84EF-301D-080DAB303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09862-3EF1-B3A5-FEA3-69E184515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E658-C749-46D0-9F70-1335EAE0CAAA}" type="datetimeFigureOut">
              <a:rPr lang="en-GB" smtClean="0"/>
              <a:t>03/11/2024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BC77C-4F6B-B22C-2629-28C0B8661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8A64C-BD06-E06D-D649-6060D8493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BE94-2584-4500-B27C-847D3DA665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6861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C2E87-40F1-F0A5-1486-1762369B3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651CF-A32C-890A-0563-01D1F2761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4B889-1248-639B-DF0F-4860C24BD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E658-C749-46D0-9F70-1335EAE0CAAA}" type="datetimeFigureOut">
              <a:rPr lang="en-GB" smtClean="0"/>
              <a:t>03/11/2024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AA2F3-FA4A-FE07-0AEA-289EF3060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52CDE-454D-F5BE-9F51-6E94151F5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BE94-2584-4500-B27C-847D3DA665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833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7B744-588C-A51D-9CD4-AD3E02DB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075A1-73C8-D02F-A94A-348DD92FB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975467-E7EF-9869-5F34-16C278D4E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33D4C-99D4-BBC0-5863-E8628D6B6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E658-C749-46D0-9F70-1335EAE0CAAA}" type="datetimeFigureOut">
              <a:rPr lang="en-GB" smtClean="0"/>
              <a:t>03/11/2024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BA0D07-207D-A542-9741-739EF3EBC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6091C-6693-6D52-461D-FC9DABB17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BE94-2584-4500-B27C-847D3DA665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7138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F12BD-16A3-F354-784F-114EC2E86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54EA2-BFEE-E3EB-8114-315183BD6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9D9239-35E7-C3AC-D9A1-7CE985C291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C0B70B-E534-73EE-C5A8-141156B28D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78ED5D-DC6D-78A3-18EC-B565CA7AFE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77D6D5-A0F8-4C3C-AF00-4762D9619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E658-C749-46D0-9F70-1335EAE0CAAA}" type="datetimeFigureOut">
              <a:rPr lang="en-GB" smtClean="0"/>
              <a:t>03/11/2024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10EDD7-56B1-9D19-AA61-84497F70C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EF4AE8-C1DC-D6C1-6C4D-09A7DFDA4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BE94-2584-4500-B27C-847D3DA665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2448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68D95-67B3-4101-D688-B5658045B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F47856-688D-A2A8-2772-9F19BE44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E658-C749-46D0-9F70-1335EAE0CAAA}" type="datetimeFigureOut">
              <a:rPr lang="en-GB" smtClean="0"/>
              <a:t>03/11/2024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E520CA-9780-C735-AE6C-E036CCE07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B873D8-9B2A-8D8F-68F5-1F65A2DD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BE94-2584-4500-B27C-847D3DA665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6367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82BB1B-9EF4-C761-D348-71A842C8E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E658-C749-46D0-9F70-1335EAE0CAAA}" type="datetimeFigureOut">
              <a:rPr lang="en-GB" smtClean="0"/>
              <a:t>03/11/2024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9D86E5-CFDA-7F92-F596-402846D9D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3A9F3-2885-B1E0-69F7-4ACAA4777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BE94-2584-4500-B27C-847D3DA665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5817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18C3B-AE67-C457-B259-A677635D1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27BA0-9841-DB3D-E162-E02AF2575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8EB41-CB6C-248D-0CD5-3D8CF10B39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C2246-007D-117B-6F66-315B10DE7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E658-C749-46D0-9F70-1335EAE0CAAA}" type="datetimeFigureOut">
              <a:rPr lang="en-GB" smtClean="0"/>
              <a:t>03/11/2024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213A83-8ADC-27A1-BE13-8FFF76375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B34DEE-8061-5FD6-D6D7-DC25C3B6A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BE94-2584-4500-B27C-847D3DA665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428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218A2-D3D1-1686-44BA-4DCD939A4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7967CA-C7CC-E2EA-1F03-1D6C777FE4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8BDEBE-2463-9E39-9629-C401CE28C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B056D-FF5D-25FD-8B7A-B13DF0493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E658-C749-46D0-9F70-1335EAE0CAAA}" type="datetimeFigureOut">
              <a:rPr lang="en-GB" smtClean="0"/>
              <a:t>03/11/2024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E01C6-C6A6-48EF-7455-61249946E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36A91-50F3-7B02-D414-4B946260A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BE94-2584-4500-B27C-847D3DA665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8434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FBB05-3402-FAC3-8D96-878D9FC3D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7D229-D8DA-4320-D558-0691195DB2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415BB-8BA5-A2EB-B4D6-D40FFD0E6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E658-C749-46D0-9F70-1335EAE0CAAA}" type="datetimeFigureOut">
              <a:rPr lang="en-GB" smtClean="0"/>
              <a:t>03/11/2024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B5D2E-DA5C-3B9F-845A-91F10867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8A137-5855-C227-F6BC-7E01BC9B6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BE94-2584-4500-B27C-847D3DA665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0945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97A1F2-08B3-FCE2-ED8A-3C7E4743F3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7264BA-12D3-2E05-6569-17A49BA2D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B4FCA-C35C-01BC-5725-3DB7092C5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E658-C749-46D0-9F70-1335EAE0CAAA}" type="datetimeFigureOut">
              <a:rPr lang="en-GB" smtClean="0"/>
              <a:t>03/11/2024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CAEE5-D99B-80D9-5032-404DF6BB9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D63A-610D-D4F0-EC76-808C3F549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BE94-2584-4500-B27C-847D3DA665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688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Network connection abstract against a white background">
            <a:extLst>
              <a:ext uri="{FF2B5EF4-FFF2-40B4-BE49-F238E27FC236}">
                <a16:creationId xmlns:a16="http://schemas.microsoft.com/office/drawing/2014/main" id="{A2DDA968-2CAF-A80C-4AA8-FD27C6162AA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902488" y="0"/>
            <a:ext cx="10289512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6ED7CB0-4409-6AB5-104E-6840E4244E5F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alpha val="0"/>
                </a:schemeClr>
              </a:gs>
              <a:gs pos="74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656D0B-F44F-894D-257F-A0BF038F5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9A76A-B517-9604-A759-19160900A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D4B83-DC4C-2D8A-B449-2BDF8EE5B0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7A74D-BEB7-4BCF-A9AF-220EE307941A}" type="datetimeFigureOut">
              <a:rPr lang="en-GB" smtClean="0"/>
              <a:t>03/11/2024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9766B-4D39-5756-0BA7-CC8B5F9746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DAE24-8D8D-6725-3E46-ADB5AB5FC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BFF737-7BC6-42F4-8F72-67E6D6526C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3932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65000"/>
              <a:lumOff val="35000"/>
            </a:schemeClr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omputer script on a screen">
            <a:extLst>
              <a:ext uri="{FF2B5EF4-FFF2-40B4-BE49-F238E27FC236}">
                <a16:creationId xmlns:a16="http://schemas.microsoft.com/office/drawing/2014/main" id="{0CE462E9-C676-B225-2796-805D84FABD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17" b="8713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11" name="Title 10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GB" b="1" i="1" dirty="0">
                <a:solidFill>
                  <a:srgbClr val="FFFFFF"/>
                </a:solidFill>
              </a:rPr>
              <a:t>Lecture 2: Variant Calling and Annotation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2" name="Subtitle 11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rgbClr val="FFFFFF"/>
                </a:solidFill>
              </a:rPr>
              <a:t>Dr.</a:t>
            </a:r>
            <a:r>
              <a:rPr lang="en-GB" dirty="0">
                <a:solidFill>
                  <a:srgbClr val="FFFFFF"/>
                </a:solidFill>
              </a:rPr>
              <a:t> Findlay Bewicke-Copley</a:t>
            </a:r>
          </a:p>
        </p:txBody>
      </p:sp>
    </p:spTree>
    <p:extLst>
      <p:ext uri="{BB962C8B-B14F-4D97-AF65-F5344CB8AC3E}">
        <p14:creationId xmlns:p14="http://schemas.microsoft.com/office/powerpoint/2010/main" val="1649138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FD1F5-A08B-C40B-EA72-BD30941F5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F1175-C639-636A-7CA8-518D42E2F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Learn how to call variants from processed bam files</a:t>
            </a:r>
          </a:p>
          <a:p>
            <a:r>
              <a:rPr lang="en-GB" dirty="0"/>
              <a:t>Understand the different tools available for variant calling</a:t>
            </a:r>
          </a:p>
          <a:p>
            <a:r>
              <a:rPr lang="en-GB" dirty="0"/>
              <a:t>Know how to annotate your variant calls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1890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74254-7F7A-484A-F4F4-4E0AE4CBF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Variant Calling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99536A-2E06-8732-7D13-177D2A7029A3}"/>
              </a:ext>
            </a:extLst>
          </p:cNvPr>
          <p:cNvSpPr/>
          <p:nvPr/>
        </p:nvSpPr>
        <p:spPr>
          <a:xfrm>
            <a:off x="776614" y="6425850"/>
            <a:ext cx="8818323" cy="1377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6658909-F799-5034-49CF-ED7681BEDDAA}"/>
              </a:ext>
            </a:extLst>
          </p:cNvPr>
          <p:cNvGrpSpPr/>
          <p:nvPr/>
        </p:nvGrpSpPr>
        <p:grpSpPr>
          <a:xfrm>
            <a:off x="838200" y="5696819"/>
            <a:ext cx="8756737" cy="923330"/>
            <a:chOff x="838200" y="4971963"/>
            <a:chExt cx="8756737" cy="92333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C537745-0463-1783-2168-6986D6F855A1}"/>
                </a:ext>
              </a:extLst>
            </p:cNvPr>
            <p:cNvSpPr/>
            <p:nvPr/>
          </p:nvSpPr>
          <p:spPr>
            <a:xfrm>
              <a:off x="83820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3D7933C-FFBF-C21B-5B38-F62B716D03E7}"/>
                </a:ext>
              </a:extLst>
            </p:cNvPr>
            <p:cNvSpPr/>
            <p:nvPr/>
          </p:nvSpPr>
          <p:spPr>
            <a:xfrm>
              <a:off x="20707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BAA4721-B94E-884E-010A-799A5E8B89B2}"/>
                </a:ext>
              </a:extLst>
            </p:cNvPr>
            <p:cNvSpPr/>
            <p:nvPr/>
          </p:nvSpPr>
          <p:spPr>
            <a:xfrm>
              <a:off x="24740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2E748E9-D64B-A719-663B-17F9FC5ED879}"/>
                </a:ext>
              </a:extLst>
            </p:cNvPr>
            <p:cNvSpPr/>
            <p:nvPr/>
          </p:nvSpPr>
          <p:spPr>
            <a:xfrm>
              <a:off x="41099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49B0235-478F-6CEE-E65E-6E489CB71625}"/>
                </a:ext>
              </a:extLst>
            </p:cNvPr>
            <p:cNvSpPr/>
            <p:nvPr/>
          </p:nvSpPr>
          <p:spPr>
            <a:xfrm>
              <a:off x="534244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EAFA741-8F46-B354-0FE0-3D48AF780ABA}"/>
                </a:ext>
              </a:extLst>
            </p:cNvPr>
            <p:cNvSpPr/>
            <p:nvPr/>
          </p:nvSpPr>
          <p:spPr>
            <a:xfrm>
              <a:off x="65525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0BCEB02-5589-D4E6-112F-95452A4681FA}"/>
                </a:ext>
              </a:extLst>
            </p:cNvPr>
            <p:cNvSpPr/>
            <p:nvPr/>
          </p:nvSpPr>
          <p:spPr>
            <a:xfrm>
              <a:off x="818837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C6590FC-9FBE-5A29-9107-81AE6384E589}"/>
                </a:ext>
              </a:extLst>
            </p:cNvPr>
            <p:cNvSpPr/>
            <p:nvPr/>
          </p:nvSpPr>
          <p:spPr>
            <a:xfrm>
              <a:off x="85917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5ACCDD4-DB7B-FA6D-F88F-6D62A04E2822}"/>
                </a:ext>
              </a:extLst>
            </p:cNvPr>
            <p:cNvSpPr/>
            <p:nvPr/>
          </p:nvSpPr>
          <p:spPr>
            <a:xfrm>
              <a:off x="8995093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E75473F-91F4-EEF3-A006-C84F108A94AD}"/>
                </a:ext>
              </a:extLst>
            </p:cNvPr>
            <p:cNvSpPr/>
            <p:nvPr/>
          </p:nvSpPr>
          <p:spPr>
            <a:xfrm>
              <a:off x="328077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B54CA45-3F0D-25B8-9597-28F3BE853635}"/>
                </a:ext>
              </a:extLst>
            </p:cNvPr>
            <p:cNvSpPr/>
            <p:nvPr/>
          </p:nvSpPr>
          <p:spPr>
            <a:xfrm>
              <a:off x="287742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5001A5F-653C-FEAA-E313-2EE1F9FBFD99}"/>
                </a:ext>
              </a:extLst>
            </p:cNvPr>
            <p:cNvSpPr/>
            <p:nvPr/>
          </p:nvSpPr>
          <p:spPr>
            <a:xfrm>
              <a:off x="574579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45FB50E-34BE-5274-AC93-3746BA6734D0}"/>
                </a:ext>
              </a:extLst>
            </p:cNvPr>
            <p:cNvSpPr/>
            <p:nvPr/>
          </p:nvSpPr>
          <p:spPr>
            <a:xfrm>
              <a:off x="778502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A48582E-E9B7-D036-D116-ED37585D4351}"/>
                </a:ext>
              </a:extLst>
            </p:cNvPr>
            <p:cNvSpPr/>
            <p:nvPr/>
          </p:nvSpPr>
          <p:spPr>
            <a:xfrm>
              <a:off x="164491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E6377A4-C6E4-54AB-418E-A0D93C693536}"/>
                </a:ext>
              </a:extLst>
            </p:cNvPr>
            <p:cNvSpPr/>
            <p:nvPr/>
          </p:nvSpPr>
          <p:spPr>
            <a:xfrm>
              <a:off x="3684134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2CD734E-707D-3771-C655-79ACAA083A02}"/>
                </a:ext>
              </a:extLst>
            </p:cNvPr>
            <p:cNvSpPr/>
            <p:nvPr/>
          </p:nvSpPr>
          <p:spPr>
            <a:xfrm>
              <a:off x="4513288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63BB4254-6DC5-B57E-E288-5A6FB1BF5F5D}"/>
                </a:ext>
              </a:extLst>
            </p:cNvPr>
            <p:cNvSpPr/>
            <p:nvPr/>
          </p:nvSpPr>
          <p:spPr>
            <a:xfrm>
              <a:off x="735922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1D30EED-9ED2-E544-4D22-DE5B393A072A}"/>
                </a:ext>
              </a:extLst>
            </p:cNvPr>
            <p:cNvSpPr/>
            <p:nvPr/>
          </p:nvSpPr>
          <p:spPr>
            <a:xfrm>
              <a:off x="124155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12A63C6-DEDE-39D3-CA9A-688E979267F3}"/>
                </a:ext>
              </a:extLst>
            </p:cNvPr>
            <p:cNvSpPr/>
            <p:nvPr/>
          </p:nvSpPr>
          <p:spPr>
            <a:xfrm>
              <a:off x="493908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837AE26E-7EFE-83E2-C6B9-82EAEAA1F56C}"/>
                </a:ext>
              </a:extLst>
            </p:cNvPr>
            <p:cNvSpPr/>
            <p:nvPr/>
          </p:nvSpPr>
          <p:spPr>
            <a:xfrm>
              <a:off x="6149154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41E360D-6936-FFA9-BDF4-F93C0736284E}"/>
              </a:ext>
            </a:extLst>
          </p:cNvPr>
          <p:cNvGrpSpPr/>
          <p:nvPr/>
        </p:nvGrpSpPr>
        <p:grpSpPr>
          <a:xfrm>
            <a:off x="838200" y="4343599"/>
            <a:ext cx="8756737" cy="923330"/>
            <a:chOff x="838200" y="4971963"/>
            <a:chExt cx="8756737" cy="92333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74926A9-A135-3126-1623-0922784E1A8D}"/>
                </a:ext>
              </a:extLst>
            </p:cNvPr>
            <p:cNvSpPr/>
            <p:nvPr/>
          </p:nvSpPr>
          <p:spPr>
            <a:xfrm>
              <a:off x="83820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36B22F9-4759-13C7-75C9-3FC1AC1BE05B}"/>
                </a:ext>
              </a:extLst>
            </p:cNvPr>
            <p:cNvSpPr/>
            <p:nvPr/>
          </p:nvSpPr>
          <p:spPr>
            <a:xfrm>
              <a:off x="20707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A4F2C43-9F38-0E1B-F248-0E91695D4A95}"/>
                </a:ext>
              </a:extLst>
            </p:cNvPr>
            <p:cNvSpPr/>
            <p:nvPr/>
          </p:nvSpPr>
          <p:spPr>
            <a:xfrm>
              <a:off x="24740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E96ED08-C372-4A13-9A0F-C88E1420F2E6}"/>
                </a:ext>
              </a:extLst>
            </p:cNvPr>
            <p:cNvSpPr/>
            <p:nvPr/>
          </p:nvSpPr>
          <p:spPr>
            <a:xfrm>
              <a:off x="534244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68C19F4-0389-14FA-CBA3-0A88464A6AFF}"/>
                </a:ext>
              </a:extLst>
            </p:cNvPr>
            <p:cNvSpPr/>
            <p:nvPr/>
          </p:nvSpPr>
          <p:spPr>
            <a:xfrm>
              <a:off x="65525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024C645-F999-00CC-B91F-BA9C3AB30007}"/>
                </a:ext>
              </a:extLst>
            </p:cNvPr>
            <p:cNvSpPr/>
            <p:nvPr/>
          </p:nvSpPr>
          <p:spPr>
            <a:xfrm>
              <a:off x="818837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1CB25BC-DFE3-0DF4-CF30-DECBABE5A072}"/>
                </a:ext>
              </a:extLst>
            </p:cNvPr>
            <p:cNvSpPr/>
            <p:nvPr/>
          </p:nvSpPr>
          <p:spPr>
            <a:xfrm>
              <a:off x="85917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254219E-9A18-C5A0-6396-C195383FD530}"/>
                </a:ext>
              </a:extLst>
            </p:cNvPr>
            <p:cNvSpPr/>
            <p:nvPr/>
          </p:nvSpPr>
          <p:spPr>
            <a:xfrm>
              <a:off x="8995093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6BCAF95-5325-C14A-4CDC-1D45F3451650}"/>
                </a:ext>
              </a:extLst>
            </p:cNvPr>
            <p:cNvSpPr/>
            <p:nvPr/>
          </p:nvSpPr>
          <p:spPr>
            <a:xfrm>
              <a:off x="328077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F9EADE5-8342-01EB-4A49-DEC66DAB5A05}"/>
                </a:ext>
              </a:extLst>
            </p:cNvPr>
            <p:cNvSpPr/>
            <p:nvPr/>
          </p:nvSpPr>
          <p:spPr>
            <a:xfrm>
              <a:off x="287742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74CC24-4A46-9EAF-9A0F-E010F50D1DC4}"/>
                </a:ext>
              </a:extLst>
            </p:cNvPr>
            <p:cNvSpPr/>
            <p:nvPr/>
          </p:nvSpPr>
          <p:spPr>
            <a:xfrm>
              <a:off x="574579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8532C25-A8F3-B133-85D0-66BF655FCB43}"/>
                </a:ext>
              </a:extLst>
            </p:cNvPr>
            <p:cNvSpPr/>
            <p:nvPr/>
          </p:nvSpPr>
          <p:spPr>
            <a:xfrm>
              <a:off x="69558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8984D7F-2482-02A4-8710-B22729F070EE}"/>
                </a:ext>
              </a:extLst>
            </p:cNvPr>
            <p:cNvSpPr/>
            <p:nvPr/>
          </p:nvSpPr>
          <p:spPr>
            <a:xfrm>
              <a:off x="778502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73C0CC7-8D8C-0A61-0CD4-E9869B25809C}"/>
                </a:ext>
              </a:extLst>
            </p:cNvPr>
            <p:cNvSpPr/>
            <p:nvPr/>
          </p:nvSpPr>
          <p:spPr>
            <a:xfrm>
              <a:off x="164491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F7B60FC-9A19-089B-F213-5894A927DCD9}"/>
                </a:ext>
              </a:extLst>
            </p:cNvPr>
            <p:cNvSpPr/>
            <p:nvPr/>
          </p:nvSpPr>
          <p:spPr>
            <a:xfrm>
              <a:off x="3684134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0B37AE5-6D39-112C-B1B3-09525450073A}"/>
                </a:ext>
              </a:extLst>
            </p:cNvPr>
            <p:cNvSpPr/>
            <p:nvPr/>
          </p:nvSpPr>
          <p:spPr>
            <a:xfrm>
              <a:off x="4513288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A9843ED-69B2-0680-B50F-7631B7EA0BD7}"/>
                </a:ext>
              </a:extLst>
            </p:cNvPr>
            <p:cNvSpPr/>
            <p:nvPr/>
          </p:nvSpPr>
          <p:spPr>
            <a:xfrm>
              <a:off x="735922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7DC62AA-FAD5-DA23-C6BF-0A3B01F55D2D}"/>
                </a:ext>
              </a:extLst>
            </p:cNvPr>
            <p:cNvSpPr/>
            <p:nvPr/>
          </p:nvSpPr>
          <p:spPr>
            <a:xfrm>
              <a:off x="124155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AE88B2A-F91F-3290-1317-30D42546E42D}"/>
                </a:ext>
              </a:extLst>
            </p:cNvPr>
            <p:cNvSpPr/>
            <p:nvPr/>
          </p:nvSpPr>
          <p:spPr>
            <a:xfrm>
              <a:off x="493908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E603230-1A28-23DC-F4CF-C12F4B06F46F}"/>
                </a:ext>
              </a:extLst>
            </p:cNvPr>
            <p:cNvSpPr/>
            <p:nvPr/>
          </p:nvSpPr>
          <p:spPr>
            <a:xfrm>
              <a:off x="6149154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678FAD3-ED1A-1193-F546-DD4CBEA32715}"/>
              </a:ext>
            </a:extLst>
          </p:cNvPr>
          <p:cNvGrpSpPr/>
          <p:nvPr/>
        </p:nvGrpSpPr>
        <p:grpSpPr>
          <a:xfrm>
            <a:off x="838200" y="3845602"/>
            <a:ext cx="8756737" cy="923330"/>
            <a:chOff x="838200" y="4971963"/>
            <a:chExt cx="8756737" cy="92333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39A37DA-9B38-3635-65B8-31AE4CB1C1AA}"/>
                </a:ext>
              </a:extLst>
            </p:cNvPr>
            <p:cNvSpPr/>
            <p:nvPr/>
          </p:nvSpPr>
          <p:spPr>
            <a:xfrm>
              <a:off x="83820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16AA4AA-6D3D-C023-048E-6559D553520A}"/>
                </a:ext>
              </a:extLst>
            </p:cNvPr>
            <p:cNvSpPr/>
            <p:nvPr/>
          </p:nvSpPr>
          <p:spPr>
            <a:xfrm>
              <a:off x="20707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DCD274E-5E3D-C7DA-8F54-B5FCF29B5288}"/>
                </a:ext>
              </a:extLst>
            </p:cNvPr>
            <p:cNvSpPr/>
            <p:nvPr/>
          </p:nvSpPr>
          <p:spPr>
            <a:xfrm>
              <a:off x="24740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530F313-7A38-D676-C216-C4B138AE1859}"/>
                </a:ext>
              </a:extLst>
            </p:cNvPr>
            <p:cNvSpPr/>
            <p:nvPr/>
          </p:nvSpPr>
          <p:spPr>
            <a:xfrm>
              <a:off x="41099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B479295-CE2C-D44B-491B-F6238EE098D9}"/>
                </a:ext>
              </a:extLst>
            </p:cNvPr>
            <p:cNvSpPr/>
            <p:nvPr/>
          </p:nvSpPr>
          <p:spPr>
            <a:xfrm>
              <a:off x="534244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B90955F-9F1B-9999-A8B1-095023A82599}"/>
                </a:ext>
              </a:extLst>
            </p:cNvPr>
            <p:cNvSpPr/>
            <p:nvPr/>
          </p:nvSpPr>
          <p:spPr>
            <a:xfrm>
              <a:off x="65525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350A6A6-D51D-8601-587E-F51C707573FA}"/>
                </a:ext>
              </a:extLst>
            </p:cNvPr>
            <p:cNvSpPr/>
            <p:nvPr/>
          </p:nvSpPr>
          <p:spPr>
            <a:xfrm>
              <a:off x="818837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2F0B677-7764-F971-AF51-5DB74E0E179E}"/>
                </a:ext>
              </a:extLst>
            </p:cNvPr>
            <p:cNvSpPr/>
            <p:nvPr/>
          </p:nvSpPr>
          <p:spPr>
            <a:xfrm>
              <a:off x="85917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6730A47-4BE6-11E9-4ADC-FF197ADB343D}"/>
                </a:ext>
              </a:extLst>
            </p:cNvPr>
            <p:cNvSpPr/>
            <p:nvPr/>
          </p:nvSpPr>
          <p:spPr>
            <a:xfrm>
              <a:off x="8995093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DA7DA0A-D47A-1292-00A7-45C1101DE3C0}"/>
                </a:ext>
              </a:extLst>
            </p:cNvPr>
            <p:cNvSpPr/>
            <p:nvPr/>
          </p:nvSpPr>
          <p:spPr>
            <a:xfrm>
              <a:off x="328077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0721483-7CF6-0EA1-AD7E-EC99D64799B3}"/>
                </a:ext>
              </a:extLst>
            </p:cNvPr>
            <p:cNvSpPr/>
            <p:nvPr/>
          </p:nvSpPr>
          <p:spPr>
            <a:xfrm>
              <a:off x="287742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11529E8-C734-C46B-131F-297B60D7E93D}"/>
                </a:ext>
              </a:extLst>
            </p:cNvPr>
            <p:cNvSpPr/>
            <p:nvPr/>
          </p:nvSpPr>
          <p:spPr>
            <a:xfrm>
              <a:off x="574579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EF6EEFE-9849-21A3-CA35-A1FCDA91F7B9}"/>
                </a:ext>
              </a:extLst>
            </p:cNvPr>
            <p:cNvSpPr/>
            <p:nvPr/>
          </p:nvSpPr>
          <p:spPr>
            <a:xfrm>
              <a:off x="69558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27F293C-0E3B-0FF9-F8E0-B1CA6A88B255}"/>
                </a:ext>
              </a:extLst>
            </p:cNvPr>
            <p:cNvSpPr/>
            <p:nvPr/>
          </p:nvSpPr>
          <p:spPr>
            <a:xfrm>
              <a:off x="778502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25D6065-4A93-5A81-B32B-BA9148C6FA24}"/>
                </a:ext>
              </a:extLst>
            </p:cNvPr>
            <p:cNvSpPr/>
            <p:nvPr/>
          </p:nvSpPr>
          <p:spPr>
            <a:xfrm>
              <a:off x="164491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772AAAA-E13B-479E-951D-394BD798C6CC}"/>
                </a:ext>
              </a:extLst>
            </p:cNvPr>
            <p:cNvSpPr/>
            <p:nvPr/>
          </p:nvSpPr>
          <p:spPr>
            <a:xfrm>
              <a:off x="3684134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782197B-D7F1-62D7-83E6-026CC525ADEE}"/>
                </a:ext>
              </a:extLst>
            </p:cNvPr>
            <p:cNvSpPr/>
            <p:nvPr/>
          </p:nvSpPr>
          <p:spPr>
            <a:xfrm>
              <a:off x="4513288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6C1056F5-AB28-1E79-EDCF-9B20B89C3AF8}"/>
                </a:ext>
              </a:extLst>
            </p:cNvPr>
            <p:cNvSpPr/>
            <p:nvPr/>
          </p:nvSpPr>
          <p:spPr>
            <a:xfrm>
              <a:off x="735922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B12B36E-668F-52DD-08C1-9BD85BE6DD92}"/>
                </a:ext>
              </a:extLst>
            </p:cNvPr>
            <p:cNvSpPr/>
            <p:nvPr/>
          </p:nvSpPr>
          <p:spPr>
            <a:xfrm>
              <a:off x="124155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0C9061C9-4032-A28F-CF5B-AAB963668AC8}"/>
                </a:ext>
              </a:extLst>
            </p:cNvPr>
            <p:cNvSpPr/>
            <p:nvPr/>
          </p:nvSpPr>
          <p:spPr>
            <a:xfrm>
              <a:off x="493908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87634C53-BE49-6351-B112-0276CCA5A968}"/>
                </a:ext>
              </a:extLst>
            </p:cNvPr>
            <p:cNvSpPr/>
            <p:nvPr/>
          </p:nvSpPr>
          <p:spPr>
            <a:xfrm>
              <a:off x="6149154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B094E79A-AB51-EA98-F1FA-DA45198EF74E}"/>
              </a:ext>
            </a:extLst>
          </p:cNvPr>
          <p:cNvGrpSpPr/>
          <p:nvPr/>
        </p:nvGrpSpPr>
        <p:grpSpPr>
          <a:xfrm>
            <a:off x="838200" y="3347605"/>
            <a:ext cx="8756737" cy="923330"/>
            <a:chOff x="838200" y="4971963"/>
            <a:chExt cx="8756737" cy="923330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3B0D13C-366E-39AC-4225-BCBA614E74A2}"/>
                </a:ext>
              </a:extLst>
            </p:cNvPr>
            <p:cNvSpPr/>
            <p:nvPr/>
          </p:nvSpPr>
          <p:spPr>
            <a:xfrm>
              <a:off x="83820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5E64E66B-3B47-BD86-BCD1-014B515220E5}"/>
                </a:ext>
              </a:extLst>
            </p:cNvPr>
            <p:cNvSpPr/>
            <p:nvPr/>
          </p:nvSpPr>
          <p:spPr>
            <a:xfrm>
              <a:off x="20707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CD05DE54-541B-DB05-92E5-78F330E5A580}"/>
                </a:ext>
              </a:extLst>
            </p:cNvPr>
            <p:cNvSpPr/>
            <p:nvPr/>
          </p:nvSpPr>
          <p:spPr>
            <a:xfrm>
              <a:off x="24740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9B25A63A-16FB-ECAA-16B5-4671172C495F}"/>
                </a:ext>
              </a:extLst>
            </p:cNvPr>
            <p:cNvSpPr/>
            <p:nvPr/>
          </p:nvSpPr>
          <p:spPr>
            <a:xfrm>
              <a:off x="41099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DE1DDA5B-E554-1366-D7E1-B619D0AAF4EE}"/>
                </a:ext>
              </a:extLst>
            </p:cNvPr>
            <p:cNvSpPr/>
            <p:nvPr/>
          </p:nvSpPr>
          <p:spPr>
            <a:xfrm>
              <a:off x="534244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8530BFF-4452-F38D-87EB-DA0022FA4C36}"/>
                </a:ext>
              </a:extLst>
            </p:cNvPr>
            <p:cNvSpPr/>
            <p:nvPr/>
          </p:nvSpPr>
          <p:spPr>
            <a:xfrm>
              <a:off x="65525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28C4B86A-F057-BB11-5709-169CC4CC69DF}"/>
                </a:ext>
              </a:extLst>
            </p:cNvPr>
            <p:cNvSpPr/>
            <p:nvPr/>
          </p:nvSpPr>
          <p:spPr>
            <a:xfrm>
              <a:off x="818837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02EDAEF7-0B38-F890-7E68-ECAC0193E7DF}"/>
                </a:ext>
              </a:extLst>
            </p:cNvPr>
            <p:cNvSpPr/>
            <p:nvPr/>
          </p:nvSpPr>
          <p:spPr>
            <a:xfrm>
              <a:off x="85917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852E708-6E27-C22D-6A3A-693BFD2EE433}"/>
                </a:ext>
              </a:extLst>
            </p:cNvPr>
            <p:cNvSpPr/>
            <p:nvPr/>
          </p:nvSpPr>
          <p:spPr>
            <a:xfrm>
              <a:off x="8995093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EADF359-658B-2E26-BA6C-A196A795F77D}"/>
                </a:ext>
              </a:extLst>
            </p:cNvPr>
            <p:cNvSpPr/>
            <p:nvPr/>
          </p:nvSpPr>
          <p:spPr>
            <a:xfrm>
              <a:off x="328077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5939AB3-199B-7CD4-DD13-23AD12DA6451}"/>
                </a:ext>
              </a:extLst>
            </p:cNvPr>
            <p:cNvSpPr/>
            <p:nvPr/>
          </p:nvSpPr>
          <p:spPr>
            <a:xfrm>
              <a:off x="287742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ADAC1D34-C515-FC16-53C3-5F4893DA79F2}"/>
                </a:ext>
              </a:extLst>
            </p:cNvPr>
            <p:cNvSpPr/>
            <p:nvPr/>
          </p:nvSpPr>
          <p:spPr>
            <a:xfrm>
              <a:off x="574579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6A330EAD-D372-D6FF-3121-A0B32656FE83}"/>
                </a:ext>
              </a:extLst>
            </p:cNvPr>
            <p:cNvSpPr/>
            <p:nvPr/>
          </p:nvSpPr>
          <p:spPr>
            <a:xfrm>
              <a:off x="69558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B6DD27BC-6BBD-EF25-DD58-CC3BF76D93DB}"/>
                </a:ext>
              </a:extLst>
            </p:cNvPr>
            <p:cNvSpPr/>
            <p:nvPr/>
          </p:nvSpPr>
          <p:spPr>
            <a:xfrm>
              <a:off x="778502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174283D3-0DF6-FA4D-7121-70F08561548B}"/>
                </a:ext>
              </a:extLst>
            </p:cNvPr>
            <p:cNvSpPr/>
            <p:nvPr/>
          </p:nvSpPr>
          <p:spPr>
            <a:xfrm>
              <a:off x="164491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C1229DA-E5CB-47EC-604B-72B0F599F056}"/>
                </a:ext>
              </a:extLst>
            </p:cNvPr>
            <p:cNvSpPr/>
            <p:nvPr/>
          </p:nvSpPr>
          <p:spPr>
            <a:xfrm>
              <a:off x="3684134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B834A8F9-960A-79D7-928A-7A5064D441D5}"/>
                </a:ext>
              </a:extLst>
            </p:cNvPr>
            <p:cNvSpPr/>
            <p:nvPr/>
          </p:nvSpPr>
          <p:spPr>
            <a:xfrm>
              <a:off x="4513288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7B77BE4-C87B-496F-B73F-3D99ABB428E4}"/>
                </a:ext>
              </a:extLst>
            </p:cNvPr>
            <p:cNvSpPr/>
            <p:nvPr/>
          </p:nvSpPr>
          <p:spPr>
            <a:xfrm>
              <a:off x="735922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71B812F-441F-7322-F4E0-6E4D5BEC4FAC}"/>
                </a:ext>
              </a:extLst>
            </p:cNvPr>
            <p:cNvSpPr/>
            <p:nvPr/>
          </p:nvSpPr>
          <p:spPr>
            <a:xfrm>
              <a:off x="124155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B619B829-5F80-8E80-95E3-4F7734F7D484}"/>
                </a:ext>
              </a:extLst>
            </p:cNvPr>
            <p:cNvSpPr/>
            <p:nvPr/>
          </p:nvSpPr>
          <p:spPr>
            <a:xfrm>
              <a:off x="493908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2C3B4243-CD64-C458-2588-437382445C6B}"/>
                </a:ext>
              </a:extLst>
            </p:cNvPr>
            <p:cNvSpPr/>
            <p:nvPr/>
          </p:nvSpPr>
          <p:spPr>
            <a:xfrm>
              <a:off x="6149154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C95F9FA1-DF39-BF59-C779-41D9C6C320B5}"/>
              </a:ext>
            </a:extLst>
          </p:cNvPr>
          <p:cNvGrpSpPr/>
          <p:nvPr/>
        </p:nvGrpSpPr>
        <p:grpSpPr>
          <a:xfrm>
            <a:off x="838200" y="2849608"/>
            <a:ext cx="8756737" cy="923330"/>
            <a:chOff x="838200" y="4971963"/>
            <a:chExt cx="8756737" cy="923330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B40B70C9-D5C7-7403-EEC5-EE63357F806E}"/>
                </a:ext>
              </a:extLst>
            </p:cNvPr>
            <p:cNvSpPr/>
            <p:nvPr/>
          </p:nvSpPr>
          <p:spPr>
            <a:xfrm>
              <a:off x="83820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178FE123-A8F4-58AF-E9DB-26AED048FBAF}"/>
                </a:ext>
              </a:extLst>
            </p:cNvPr>
            <p:cNvSpPr/>
            <p:nvPr/>
          </p:nvSpPr>
          <p:spPr>
            <a:xfrm>
              <a:off x="20707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A7D9EBE5-FDED-7D82-A42B-47149E33AF6C}"/>
                </a:ext>
              </a:extLst>
            </p:cNvPr>
            <p:cNvSpPr/>
            <p:nvPr/>
          </p:nvSpPr>
          <p:spPr>
            <a:xfrm>
              <a:off x="24740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EFE85F7-137D-3A40-8C29-5D0D505E1BB8}"/>
                </a:ext>
              </a:extLst>
            </p:cNvPr>
            <p:cNvSpPr/>
            <p:nvPr/>
          </p:nvSpPr>
          <p:spPr>
            <a:xfrm>
              <a:off x="534244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2B0B5C0E-CB17-A3B9-6005-66132A30608C}"/>
                </a:ext>
              </a:extLst>
            </p:cNvPr>
            <p:cNvSpPr/>
            <p:nvPr/>
          </p:nvSpPr>
          <p:spPr>
            <a:xfrm>
              <a:off x="65525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8510711-EAFA-3807-39DC-ED95099284B0}"/>
                </a:ext>
              </a:extLst>
            </p:cNvPr>
            <p:cNvSpPr/>
            <p:nvPr/>
          </p:nvSpPr>
          <p:spPr>
            <a:xfrm>
              <a:off x="818837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A3471D43-BB2E-87DE-51B1-3672C5D90006}"/>
                </a:ext>
              </a:extLst>
            </p:cNvPr>
            <p:cNvSpPr/>
            <p:nvPr/>
          </p:nvSpPr>
          <p:spPr>
            <a:xfrm>
              <a:off x="85917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7500AF95-C80D-2320-CC57-382F95FC8C43}"/>
                </a:ext>
              </a:extLst>
            </p:cNvPr>
            <p:cNvSpPr/>
            <p:nvPr/>
          </p:nvSpPr>
          <p:spPr>
            <a:xfrm>
              <a:off x="8995093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1C80ED8E-9618-D6B6-8D12-78D73BA56332}"/>
                </a:ext>
              </a:extLst>
            </p:cNvPr>
            <p:cNvSpPr/>
            <p:nvPr/>
          </p:nvSpPr>
          <p:spPr>
            <a:xfrm>
              <a:off x="328077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1527285-8CCA-7D44-F37A-F023C25A746C}"/>
                </a:ext>
              </a:extLst>
            </p:cNvPr>
            <p:cNvSpPr/>
            <p:nvPr/>
          </p:nvSpPr>
          <p:spPr>
            <a:xfrm>
              <a:off x="287742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64F7FD7F-3BFC-0C12-8B00-6420B2E438BA}"/>
                </a:ext>
              </a:extLst>
            </p:cNvPr>
            <p:cNvSpPr/>
            <p:nvPr/>
          </p:nvSpPr>
          <p:spPr>
            <a:xfrm>
              <a:off x="574579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6A4E15AE-12D9-7DCD-DF21-3AB0DECFCCFE}"/>
                </a:ext>
              </a:extLst>
            </p:cNvPr>
            <p:cNvSpPr/>
            <p:nvPr/>
          </p:nvSpPr>
          <p:spPr>
            <a:xfrm>
              <a:off x="69558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6FD37BA0-6B47-B320-7D03-BA55FFFB1154}"/>
                </a:ext>
              </a:extLst>
            </p:cNvPr>
            <p:cNvSpPr/>
            <p:nvPr/>
          </p:nvSpPr>
          <p:spPr>
            <a:xfrm>
              <a:off x="778502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13C2EAA3-068E-B9D4-A52E-ED4B9D15D770}"/>
                </a:ext>
              </a:extLst>
            </p:cNvPr>
            <p:cNvSpPr/>
            <p:nvPr/>
          </p:nvSpPr>
          <p:spPr>
            <a:xfrm>
              <a:off x="164491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67A24371-0E86-B825-1A62-CB1D9A43FAB2}"/>
                </a:ext>
              </a:extLst>
            </p:cNvPr>
            <p:cNvSpPr/>
            <p:nvPr/>
          </p:nvSpPr>
          <p:spPr>
            <a:xfrm>
              <a:off x="3684134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74855EF0-471D-FC98-9CA8-3DF58CCCA68C}"/>
                </a:ext>
              </a:extLst>
            </p:cNvPr>
            <p:cNvSpPr/>
            <p:nvPr/>
          </p:nvSpPr>
          <p:spPr>
            <a:xfrm>
              <a:off x="4513288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535FAEFC-7BC3-1FB1-B981-AF37FD916432}"/>
                </a:ext>
              </a:extLst>
            </p:cNvPr>
            <p:cNvSpPr/>
            <p:nvPr/>
          </p:nvSpPr>
          <p:spPr>
            <a:xfrm>
              <a:off x="735922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BA12D0FD-10F5-0A7A-5266-B584C3EF0654}"/>
                </a:ext>
              </a:extLst>
            </p:cNvPr>
            <p:cNvSpPr/>
            <p:nvPr/>
          </p:nvSpPr>
          <p:spPr>
            <a:xfrm>
              <a:off x="124155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991BEE40-CC7E-8E75-A66B-D3B75522570F}"/>
                </a:ext>
              </a:extLst>
            </p:cNvPr>
            <p:cNvSpPr/>
            <p:nvPr/>
          </p:nvSpPr>
          <p:spPr>
            <a:xfrm>
              <a:off x="493908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40952638-F328-2C56-562A-05B6DDE84F85}"/>
                </a:ext>
              </a:extLst>
            </p:cNvPr>
            <p:cNvSpPr/>
            <p:nvPr/>
          </p:nvSpPr>
          <p:spPr>
            <a:xfrm>
              <a:off x="6149154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D736F9D2-7B53-2A51-24EB-6C252D534B44}"/>
              </a:ext>
            </a:extLst>
          </p:cNvPr>
          <p:cNvGrpSpPr/>
          <p:nvPr/>
        </p:nvGrpSpPr>
        <p:grpSpPr>
          <a:xfrm>
            <a:off x="838200" y="4841597"/>
            <a:ext cx="8756737" cy="923330"/>
            <a:chOff x="838200" y="4971963"/>
            <a:chExt cx="8756737" cy="923330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02F3A22F-FB71-1137-F573-BA0BA12F8654}"/>
                </a:ext>
              </a:extLst>
            </p:cNvPr>
            <p:cNvSpPr/>
            <p:nvPr/>
          </p:nvSpPr>
          <p:spPr>
            <a:xfrm>
              <a:off x="83820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B0F34D5C-F36F-BBAC-BF1B-D7B11663D2F5}"/>
                </a:ext>
              </a:extLst>
            </p:cNvPr>
            <p:cNvSpPr/>
            <p:nvPr/>
          </p:nvSpPr>
          <p:spPr>
            <a:xfrm>
              <a:off x="20707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AA7D03AA-AEE8-1BE2-DB52-D6FBBA6B82ED}"/>
                </a:ext>
              </a:extLst>
            </p:cNvPr>
            <p:cNvSpPr/>
            <p:nvPr/>
          </p:nvSpPr>
          <p:spPr>
            <a:xfrm>
              <a:off x="24740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D8532FCB-EFC1-5505-5C16-CC82F2C8517A}"/>
                </a:ext>
              </a:extLst>
            </p:cNvPr>
            <p:cNvSpPr/>
            <p:nvPr/>
          </p:nvSpPr>
          <p:spPr>
            <a:xfrm>
              <a:off x="41099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0D29C20D-80BA-8832-E53F-CD29936C8DD9}"/>
                </a:ext>
              </a:extLst>
            </p:cNvPr>
            <p:cNvSpPr/>
            <p:nvPr/>
          </p:nvSpPr>
          <p:spPr>
            <a:xfrm>
              <a:off x="534244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74EC73EC-2B38-8572-AD08-E1DAD9C657B4}"/>
                </a:ext>
              </a:extLst>
            </p:cNvPr>
            <p:cNvSpPr/>
            <p:nvPr/>
          </p:nvSpPr>
          <p:spPr>
            <a:xfrm>
              <a:off x="65525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E1C253E8-2401-B124-7B6C-1F8A3764EA6E}"/>
                </a:ext>
              </a:extLst>
            </p:cNvPr>
            <p:cNvSpPr/>
            <p:nvPr/>
          </p:nvSpPr>
          <p:spPr>
            <a:xfrm>
              <a:off x="818837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83B0CCAB-EBD2-CFD0-8838-D50C76D5CD71}"/>
                </a:ext>
              </a:extLst>
            </p:cNvPr>
            <p:cNvSpPr/>
            <p:nvPr/>
          </p:nvSpPr>
          <p:spPr>
            <a:xfrm>
              <a:off x="85917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E709632A-7201-E509-5D83-FCF05B31E613}"/>
                </a:ext>
              </a:extLst>
            </p:cNvPr>
            <p:cNvSpPr/>
            <p:nvPr/>
          </p:nvSpPr>
          <p:spPr>
            <a:xfrm>
              <a:off x="8995093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441E742A-94E4-786A-828C-036C679A7A67}"/>
                </a:ext>
              </a:extLst>
            </p:cNvPr>
            <p:cNvSpPr/>
            <p:nvPr/>
          </p:nvSpPr>
          <p:spPr>
            <a:xfrm>
              <a:off x="328077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A51534A5-F3EA-FEE1-FE73-9FB823953002}"/>
                </a:ext>
              </a:extLst>
            </p:cNvPr>
            <p:cNvSpPr/>
            <p:nvPr/>
          </p:nvSpPr>
          <p:spPr>
            <a:xfrm>
              <a:off x="287742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9450640A-B61A-F1A3-0112-ED00D6EECED6}"/>
                </a:ext>
              </a:extLst>
            </p:cNvPr>
            <p:cNvSpPr/>
            <p:nvPr/>
          </p:nvSpPr>
          <p:spPr>
            <a:xfrm>
              <a:off x="574579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9849A258-98DA-77CE-95D7-3CB41CEA8625}"/>
                </a:ext>
              </a:extLst>
            </p:cNvPr>
            <p:cNvSpPr/>
            <p:nvPr/>
          </p:nvSpPr>
          <p:spPr>
            <a:xfrm>
              <a:off x="69558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6FF380F5-754B-CD7D-24AA-545D8D9192E2}"/>
                </a:ext>
              </a:extLst>
            </p:cNvPr>
            <p:cNvSpPr/>
            <p:nvPr/>
          </p:nvSpPr>
          <p:spPr>
            <a:xfrm>
              <a:off x="778502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071BC03C-227D-5310-642F-E1C8B4BA57B1}"/>
                </a:ext>
              </a:extLst>
            </p:cNvPr>
            <p:cNvSpPr/>
            <p:nvPr/>
          </p:nvSpPr>
          <p:spPr>
            <a:xfrm>
              <a:off x="164491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706B8AAE-EE59-4F24-8CD1-10EEBB83A5FB}"/>
                </a:ext>
              </a:extLst>
            </p:cNvPr>
            <p:cNvSpPr/>
            <p:nvPr/>
          </p:nvSpPr>
          <p:spPr>
            <a:xfrm>
              <a:off x="3684134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D2AD5E1D-B2DD-174D-8F2D-03E76922F448}"/>
                </a:ext>
              </a:extLst>
            </p:cNvPr>
            <p:cNvSpPr/>
            <p:nvPr/>
          </p:nvSpPr>
          <p:spPr>
            <a:xfrm>
              <a:off x="4513288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2D617C16-C059-F508-2D75-825F4BD80C24}"/>
                </a:ext>
              </a:extLst>
            </p:cNvPr>
            <p:cNvSpPr/>
            <p:nvPr/>
          </p:nvSpPr>
          <p:spPr>
            <a:xfrm>
              <a:off x="735922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664512D0-E342-B62B-7C64-7E7C49FD9E56}"/>
                </a:ext>
              </a:extLst>
            </p:cNvPr>
            <p:cNvSpPr/>
            <p:nvPr/>
          </p:nvSpPr>
          <p:spPr>
            <a:xfrm>
              <a:off x="124155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B758D556-B917-B078-1D82-80D3C62AD912}"/>
                </a:ext>
              </a:extLst>
            </p:cNvPr>
            <p:cNvSpPr/>
            <p:nvPr/>
          </p:nvSpPr>
          <p:spPr>
            <a:xfrm>
              <a:off x="493908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9372F8DE-F69E-19A5-D611-858FFA9F425C}"/>
                </a:ext>
              </a:extLst>
            </p:cNvPr>
            <p:cNvSpPr/>
            <p:nvPr/>
          </p:nvSpPr>
          <p:spPr>
            <a:xfrm>
              <a:off x="6149154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992BB483-4E71-63DC-8385-DF5908674529}"/>
              </a:ext>
            </a:extLst>
          </p:cNvPr>
          <p:cNvGrpSpPr/>
          <p:nvPr/>
        </p:nvGrpSpPr>
        <p:grpSpPr>
          <a:xfrm>
            <a:off x="838200" y="2351611"/>
            <a:ext cx="8756737" cy="923330"/>
            <a:chOff x="838200" y="4971963"/>
            <a:chExt cx="8756737" cy="923330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0AEFA326-0230-BEA5-48E2-06F085C75F51}"/>
                </a:ext>
              </a:extLst>
            </p:cNvPr>
            <p:cNvSpPr/>
            <p:nvPr/>
          </p:nvSpPr>
          <p:spPr>
            <a:xfrm>
              <a:off x="83820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F305FD28-586D-F277-A91E-5507BF367A95}"/>
                </a:ext>
              </a:extLst>
            </p:cNvPr>
            <p:cNvSpPr/>
            <p:nvPr/>
          </p:nvSpPr>
          <p:spPr>
            <a:xfrm>
              <a:off x="20707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5CCE4771-6BA8-8137-C44E-E5DB16C12179}"/>
                </a:ext>
              </a:extLst>
            </p:cNvPr>
            <p:cNvSpPr/>
            <p:nvPr/>
          </p:nvSpPr>
          <p:spPr>
            <a:xfrm>
              <a:off x="24740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EAFEAA65-1BC2-48A1-463C-77EA3C83C29A}"/>
                </a:ext>
              </a:extLst>
            </p:cNvPr>
            <p:cNvSpPr/>
            <p:nvPr/>
          </p:nvSpPr>
          <p:spPr>
            <a:xfrm>
              <a:off x="534244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DFE6C69F-2899-972A-5822-9CF0580705E8}"/>
                </a:ext>
              </a:extLst>
            </p:cNvPr>
            <p:cNvSpPr/>
            <p:nvPr/>
          </p:nvSpPr>
          <p:spPr>
            <a:xfrm>
              <a:off x="65525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797395A2-9FFD-50B4-E35A-D420872E6B90}"/>
                </a:ext>
              </a:extLst>
            </p:cNvPr>
            <p:cNvSpPr/>
            <p:nvPr/>
          </p:nvSpPr>
          <p:spPr>
            <a:xfrm>
              <a:off x="818837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E1B7B670-29CE-B94D-4C78-870CDD6A79E0}"/>
                </a:ext>
              </a:extLst>
            </p:cNvPr>
            <p:cNvSpPr/>
            <p:nvPr/>
          </p:nvSpPr>
          <p:spPr>
            <a:xfrm>
              <a:off x="85917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1EDE136F-F329-6B2F-29BC-55D27C070131}"/>
                </a:ext>
              </a:extLst>
            </p:cNvPr>
            <p:cNvSpPr/>
            <p:nvPr/>
          </p:nvSpPr>
          <p:spPr>
            <a:xfrm>
              <a:off x="8995093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CC044442-BA28-E152-7990-DB13F7478E49}"/>
                </a:ext>
              </a:extLst>
            </p:cNvPr>
            <p:cNvSpPr/>
            <p:nvPr/>
          </p:nvSpPr>
          <p:spPr>
            <a:xfrm>
              <a:off x="328077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4891B5AA-7FE7-34AE-E910-939894FE1EC4}"/>
                </a:ext>
              </a:extLst>
            </p:cNvPr>
            <p:cNvSpPr/>
            <p:nvPr/>
          </p:nvSpPr>
          <p:spPr>
            <a:xfrm>
              <a:off x="287742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58C2389C-A9EF-8ED2-C281-F16FDAD733DE}"/>
                </a:ext>
              </a:extLst>
            </p:cNvPr>
            <p:cNvSpPr/>
            <p:nvPr/>
          </p:nvSpPr>
          <p:spPr>
            <a:xfrm>
              <a:off x="574579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4005913-D512-2441-C08A-5CEDC77F918C}"/>
                </a:ext>
              </a:extLst>
            </p:cNvPr>
            <p:cNvSpPr/>
            <p:nvPr/>
          </p:nvSpPr>
          <p:spPr>
            <a:xfrm>
              <a:off x="69558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C1BA9C31-44BB-B1AA-41D0-24EB92AD1E28}"/>
                </a:ext>
              </a:extLst>
            </p:cNvPr>
            <p:cNvSpPr/>
            <p:nvPr/>
          </p:nvSpPr>
          <p:spPr>
            <a:xfrm>
              <a:off x="778502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4BE96B19-9903-4537-9473-A7562255247E}"/>
                </a:ext>
              </a:extLst>
            </p:cNvPr>
            <p:cNvSpPr/>
            <p:nvPr/>
          </p:nvSpPr>
          <p:spPr>
            <a:xfrm>
              <a:off x="164491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E9A0C563-BF2C-87F8-5718-D3936A506BCD}"/>
                </a:ext>
              </a:extLst>
            </p:cNvPr>
            <p:cNvSpPr/>
            <p:nvPr/>
          </p:nvSpPr>
          <p:spPr>
            <a:xfrm>
              <a:off x="3684134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C1BAB3E4-0B9D-76B7-9CC1-BCC7B76F03CE}"/>
                </a:ext>
              </a:extLst>
            </p:cNvPr>
            <p:cNvSpPr/>
            <p:nvPr/>
          </p:nvSpPr>
          <p:spPr>
            <a:xfrm>
              <a:off x="4513288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9D9DB1F7-513B-3DFD-9624-C4533A70D7AA}"/>
                </a:ext>
              </a:extLst>
            </p:cNvPr>
            <p:cNvSpPr/>
            <p:nvPr/>
          </p:nvSpPr>
          <p:spPr>
            <a:xfrm>
              <a:off x="735922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3BE92736-C003-9649-C1E3-D6BF78142C49}"/>
                </a:ext>
              </a:extLst>
            </p:cNvPr>
            <p:cNvSpPr/>
            <p:nvPr/>
          </p:nvSpPr>
          <p:spPr>
            <a:xfrm>
              <a:off x="124155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DF76C54C-BEB2-6468-4B4D-DFE1DD7C85DF}"/>
                </a:ext>
              </a:extLst>
            </p:cNvPr>
            <p:cNvSpPr/>
            <p:nvPr/>
          </p:nvSpPr>
          <p:spPr>
            <a:xfrm>
              <a:off x="493908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C5B5CD27-24F2-EDF2-37F5-4541467FEA98}"/>
                </a:ext>
              </a:extLst>
            </p:cNvPr>
            <p:cNvSpPr/>
            <p:nvPr/>
          </p:nvSpPr>
          <p:spPr>
            <a:xfrm>
              <a:off x="6149154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67" name="Rectangle 166">
            <a:extLst>
              <a:ext uri="{FF2B5EF4-FFF2-40B4-BE49-F238E27FC236}">
                <a16:creationId xmlns:a16="http://schemas.microsoft.com/office/drawing/2014/main" id="{D1558B2F-659E-C021-B728-790BA21CF743}"/>
              </a:ext>
            </a:extLst>
          </p:cNvPr>
          <p:cNvSpPr/>
          <p:nvPr/>
        </p:nvSpPr>
        <p:spPr>
          <a:xfrm>
            <a:off x="4104321" y="233751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sz="5400" b="0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78AFAB44-B0AA-9D4C-A068-4376BA28F118}"/>
              </a:ext>
            </a:extLst>
          </p:cNvPr>
          <p:cNvSpPr/>
          <p:nvPr/>
        </p:nvSpPr>
        <p:spPr>
          <a:xfrm>
            <a:off x="4109927" y="2835516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sz="5400" b="0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9D7C0FA8-CA2C-2B37-10D3-2789747B5A18}"/>
              </a:ext>
            </a:extLst>
          </p:cNvPr>
          <p:cNvSpPr/>
          <p:nvPr/>
        </p:nvSpPr>
        <p:spPr>
          <a:xfrm>
            <a:off x="4104321" y="434359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sz="5400" b="0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9FB0AC20-DD3F-2D25-B684-720EEB7040E1}"/>
              </a:ext>
            </a:extLst>
          </p:cNvPr>
          <p:cNvSpPr/>
          <p:nvPr/>
        </p:nvSpPr>
        <p:spPr>
          <a:xfrm>
            <a:off x="6944645" y="569681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715F2687-32DE-1764-53CA-7FC20E71282F}"/>
              </a:ext>
            </a:extLst>
          </p:cNvPr>
          <p:cNvSpPr/>
          <p:nvPr/>
        </p:nvSpPr>
        <p:spPr>
          <a:xfrm>
            <a:off x="4177430" y="2473890"/>
            <a:ext cx="475989" cy="11091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680EA7CA-2879-57ED-6F7E-D494B792E6B1}"/>
              </a:ext>
            </a:extLst>
          </p:cNvPr>
          <p:cNvSpPr/>
          <p:nvPr/>
        </p:nvSpPr>
        <p:spPr>
          <a:xfrm>
            <a:off x="4171857" y="4540633"/>
            <a:ext cx="475989" cy="4952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62B77857-AC9D-8C13-3F96-642EEAFB4DC8}"/>
              </a:ext>
            </a:extLst>
          </p:cNvPr>
          <p:cNvSpPr/>
          <p:nvPr/>
        </p:nvSpPr>
        <p:spPr>
          <a:xfrm>
            <a:off x="7017793" y="2521487"/>
            <a:ext cx="475989" cy="31188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1345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 animBg="1"/>
      <p:bldP spid="172" grpId="0" animBg="1"/>
      <p:bldP spid="17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74254-7F7A-484A-F4F4-4E0AE4CBF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Base Quality Score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99536A-2E06-8732-7D13-177D2A7029A3}"/>
              </a:ext>
            </a:extLst>
          </p:cNvPr>
          <p:cNvSpPr/>
          <p:nvPr/>
        </p:nvSpPr>
        <p:spPr>
          <a:xfrm>
            <a:off x="776614" y="6425850"/>
            <a:ext cx="8818323" cy="1377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6658909-F799-5034-49CF-ED7681BEDDAA}"/>
              </a:ext>
            </a:extLst>
          </p:cNvPr>
          <p:cNvGrpSpPr/>
          <p:nvPr/>
        </p:nvGrpSpPr>
        <p:grpSpPr>
          <a:xfrm>
            <a:off x="838200" y="5696819"/>
            <a:ext cx="8756737" cy="923330"/>
            <a:chOff x="838200" y="4971963"/>
            <a:chExt cx="8756737" cy="92333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C537745-0463-1783-2168-6986D6F855A1}"/>
                </a:ext>
              </a:extLst>
            </p:cNvPr>
            <p:cNvSpPr/>
            <p:nvPr/>
          </p:nvSpPr>
          <p:spPr>
            <a:xfrm>
              <a:off x="83820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3D7933C-FFBF-C21B-5B38-F62B716D03E7}"/>
                </a:ext>
              </a:extLst>
            </p:cNvPr>
            <p:cNvSpPr/>
            <p:nvPr/>
          </p:nvSpPr>
          <p:spPr>
            <a:xfrm>
              <a:off x="20707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BAA4721-B94E-884E-010A-799A5E8B89B2}"/>
                </a:ext>
              </a:extLst>
            </p:cNvPr>
            <p:cNvSpPr/>
            <p:nvPr/>
          </p:nvSpPr>
          <p:spPr>
            <a:xfrm>
              <a:off x="24740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2E748E9-D64B-A719-663B-17F9FC5ED879}"/>
                </a:ext>
              </a:extLst>
            </p:cNvPr>
            <p:cNvSpPr/>
            <p:nvPr/>
          </p:nvSpPr>
          <p:spPr>
            <a:xfrm>
              <a:off x="41099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49B0235-478F-6CEE-E65E-6E489CB71625}"/>
                </a:ext>
              </a:extLst>
            </p:cNvPr>
            <p:cNvSpPr/>
            <p:nvPr/>
          </p:nvSpPr>
          <p:spPr>
            <a:xfrm>
              <a:off x="534244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EAFA741-8F46-B354-0FE0-3D48AF780ABA}"/>
                </a:ext>
              </a:extLst>
            </p:cNvPr>
            <p:cNvSpPr/>
            <p:nvPr/>
          </p:nvSpPr>
          <p:spPr>
            <a:xfrm>
              <a:off x="65525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0BCEB02-5589-D4E6-112F-95452A4681FA}"/>
                </a:ext>
              </a:extLst>
            </p:cNvPr>
            <p:cNvSpPr/>
            <p:nvPr/>
          </p:nvSpPr>
          <p:spPr>
            <a:xfrm>
              <a:off x="818837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C6590FC-9FBE-5A29-9107-81AE6384E589}"/>
                </a:ext>
              </a:extLst>
            </p:cNvPr>
            <p:cNvSpPr/>
            <p:nvPr/>
          </p:nvSpPr>
          <p:spPr>
            <a:xfrm>
              <a:off x="85917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5ACCDD4-DB7B-FA6D-F88F-6D62A04E2822}"/>
                </a:ext>
              </a:extLst>
            </p:cNvPr>
            <p:cNvSpPr/>
            <p:nvPr/>
          </p:nvSpPr>
          <p:spPr>
            <a:xfrm>
              <a:off x="8995093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E75473F-91F4-EEF3-A006-C84F108A94AD}"/>
                </a:ext>
              </a:extLst>
            </p:cNvPr>
            <p:cNvSpPr/>
            <p:nvPr/>
          </p:nvSpPr>
          <p:spPr>
            <a:xfrm>
              <a:off x="328077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B54CA45-3F0D-25B8-9597-28F3BE853635}"/>
                </a:ext>
              </a:extLst>
            </p:cNvPr>
            <p:cNvSpPr/>
            <p:nvPr/>
          </p:nvSpPr>
          <p:spPr>
            <a:xfrm>
              <a:off x="287742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5001A5F-653C-FEAA-E313-2EE1F9FBFD99}"/>
                </a:ext>
              </a:extLst>
            </p:cNvPr>
            <p:cNvSpPr/>
            <p:nvPr/>
          </p:nvSpPr>
          <p:spPr>
            <a:xfrm>
              <a:off x="574579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45FB50E-34BE-5274-AC93-3746BA6734D0}"/>
                </a:ext>
              </a:extLst>
            </p:cNvPr>
            <p:cNvSpPr/>
            <p:nvPr/>
          </p:nvSpPr>
          <p:spPr>
            <a:xfrm>
              <a:off x="778502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A48582E-E9B7-D036-D116-ED37585D4351}"/>
                </a:ext>
              </a:extLst>
            </p:cNvPr>
            <p:cNvSpPr/>
            <p:nvPr/>
          </p:nvSpPr>
          <p:spPr>
            <a:xfrm>
              <a:off x="164491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E6377A4-C6E4-54AB-418E-A0D93C693536}"/>
                </a:ext>
              </a:extLst>
            </p:cNvPr>
            <p:cNvSpPr/>
            <p:nvPr/>
          </p:nvSpPr>
          <p:spPr>
            <a:xfrm>
              <a:off x="3684134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2CD734E-707D-3771-C655-79ACAA083A02}"/>
                </a:ext>
              </a:extLst>
            </p:cNvPr>
            <p:cNvSpPr/>
            <p:nvPr/>
          </p:nvSpPr>
          <p:spPr>
            <a:xfrm>
              <a:off x="4513288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63BB4254-6DC5-B57E-E288-5A6FB1BF5F5D}"/>
                </a:ext>
              </a:extLst>
            </p:cNvPr>
            <p:cNvSpPr/>
            <p:nvPr/>
          </p:nvSpPr>
          <p:spPr>
            <a:xfrm>
              <a:off x="735922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1D30EED-9ED2-E544-4D22-DE5B393A072A}"/>
                </a:ext>
              </a:extLst>
            </p:cNvPr>
            <p:cNvSpPr/>
            <p:nvPr/>
          </p:nvSpPr>
          <p:spPr>
            <a:xfrm>
              <a:off x="124155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12A63C6-DEDE-39D3-CA9A-688E979267F3}"/>
                </a:ext>
              </a:extLst>
            </p:cNvPr>
            <p:cNvSpPr/>
            <p:nvPr/>
          </p:nvSpPr>
          <p:spPr>
            <a:xfrm>
              <a:off x="493908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837AE26E-7EFE-83E2-C6B9-82EAEAA1F56C}"/>
                </a:ext>
              </a:extLst>
            </p:cNvPr>
            <p:cNvSpPr/>
            <p:nvPr/>
          </p:nvSpPr>
          <p:spPr>
            <a:xfrm>
              <a:off x="6149154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41E360D-6936-FFA9-BDF4-F93C0736284E}"/>
              </a:ext>
            </a:extLst>
          </p:cNvPr>
          <p:cNvGrpSpPr/>
          <p:nvPr/>
        </p:nvGrpSpPr>
        <p:grpSpPr>
          <a:xfrm>
            <a:off x="838200" y="4343599"/>
            <a:ext cx="8756737" cy="923330"/>
            <a:chOff x="838200" y="4971963"/>
            <a:chExt cx="8756737" cy="92333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74926A9-A135-3126-1623-0922784E1A8D}"/>
                </a:ext>
              </a:extLst>
            </p:cNvPr>
            <p:cNvSpPr/>
            <p:nvPr/>
          </p:nvSpPr>
          <p:spPr>
            <a:xfrm>
              <a:off x="83820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36B22F9-4759-13C7-75C9-3FC1AC1BE05B}"/>
                </a:ext>
              </a:extLst>
            </p:cNvPr>
            <p:cNvSpPr/>
            <p:nvPr/>
          </p:nvSpPr>
          <p:spPr>
            <a:xfrm>
              <a:off x="20707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A4F2C43-9F38-0E1B-F248-0E91695D4A95}"/>
                </a:ext>
              </a:extLst>
            </p:cNvPr>
            <p:cNvSpPr/>
            <p:nvPr/>
          </p:nvSpPr>
          <p:spPr>
            <a:xfrm>
              <a:off x="24740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E96ED08-C372-4A13-9A0F-C88E1420F2E6}"/>
                </a:ext>
              </a:extLst>
            </p:cNvPr>
            <p:cNvSpPr/>
            <p:nvPr/>
          </p:nvSpPr>
          <p:spPr>
            <a:xfrm>
              <a:off x="534244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68C19F4-0389-14FA-CBA3-0A88464A6AFF}"/>
                </a:ext>
              </a:extLst>
            </p:cNvPr>
            <p:cNvSpPr/>
            <p:nvPr/>
          </p:nvSpPr>
          <p:spPr>
            <a:xfrm>
              <a:off x="65525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024C645-F999-00CC-B91F-BA9C3AB30007}"/>
                </a:ext>
              </a:extLst>
            </p:cNvPr>
            <p:cNvSpPr/>
            <p:nvPr/>
          </p:nvSpPr>
          <p:spPr>
            <a:xfrm>
              <a:off x="818837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1CB25BC-DFE3-0DF4-CF30-DECBABE5A072}"/>
                </a:ext>
              </a:extLst>
            </p:cNvPr>
            <p:cNvSpPr/>
            <p:nvPr/>
          </p:nvSpPr>
          <p:spPr>
            <a:xfrm>
              <a:off x="85917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254219E-9A18-C5A0-6396-C195383FD530}"/>
                </a:ext>
              </a:extLst>
            </p:cNvPr>
            <p:cNvSpPr/>
            <p:nvPr/>
          </p:nvSpPr>
          <p:spPr>
            <a:xfrm>
              <a:off x="8995093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6BCAF95-5325-C14A-4CDC-1D45F3451650}"/>
                </a:ext>
              </a:extLst>
            </p:cNvPr>
            <p:cNvSpPr/>
            <p:nvPr/>
          </p:nvSpPr>
          <p:spPr>
            <a:xfrm>
              <a:off x="328077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F9EADE5-8342-01EB-4A49-DEC66DAB5A05}"/>
                </a:ext>
              </a:extLst>
            </p:cNvPr>
            <p:cNvSpPr/>
            <p:nvPr/>
          </p:nvSpPr>
          <p:spPr>
            <a:xfrm>
              <a:off x="287742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74CC24-4A46-9EAF-9A0F-E010F50D1DC4}"/>
                </a:ext>
              </a:extLst>
            </p:cNvPr>
            <p:cNvSpPr/>
            <p:nvPr/>
          </p:nvSpPr>
          <p:spPr>
            <a:xfrm>
              <a:off x="574579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8532C25-A8F3-B133-85D0-66BF655FCB43}"/>
                </a:ext>
              </a:extLst>
            </p:cNvPr>
            <p:cNvSpPr/>
            <p:nvPr/>
          </p:nvSpPr>
          <p:spPr>
            <a:xfrm>
              <a:off x="69558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8984D7F-2482-02A4-8710-B22729F070EE}"/>
                </a:ext>
              </a:extLst>
            </p:cNvPr>
            <p:cNvSpPr/>
            <p:nvPr/>
          </p:nvSpPr>
          <p:spPr>
            <a:xfrm>
              <a:off x="778502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73C0CC7-8D8C-0A61-0CD4-E9869B25809C}"/>
                </a:ext>
              </a:extLst>
            </p:cNvPr>
            <p:cNvSpPr/>
            <p:nvPr/>
          </p:nvSpPr>
          <p:spPr>
            <a:xfrm>
              <a:off x="164491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F7B60FC-9A19-089B-F213-5894A927DCD9}"/>
                </a:ext>
              </a:extLst>
            </p:cNvPr>
            <p:cNvSpPr/>
            <p:nvPr/>
          </p:nvSpPr>
          <p:spPr>
            <a:xfrm>
              <a:off x="3684134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0B37AE5-6D39-112C-B1B3-09525450073A}"/>
                </a:ext>
              </a:extLst>
            </p:cNvPr>
            <p:cNvSpPr/>
            <p:nvPr/>
          </p:nvSpPr>
          <p:spPr>
            <a:xfrm>
              <a:off x="4513288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A9843ED-69B2-0680-B50F-7631B7EA0BD7}"/>
                </a:ext>
              </a:extLst>
            </p:cNvPr>
            <p:cNvSpPr/>
            <p:nvPr/>
          </p:nvSpPr>
          <p:spPr>
            <a:xfrm>
              <a:off x="735922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7DC62AA-FAD5-DA23-C6BF-0A3B01F55D2D}"/>
                </a:ext>
              </a:extLst>
            </p:cNvPr>
            <p:cNvSpPr/>
            <p:nvPr/>
          </p:nvSpPr>
          <p:spPr>
            <a:xfrm>
              <a:off x="124155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AE88B2A-F91F-3290-1317-30D42546E42D}"/>
                </a:ext>
              </a:extLst>
            </p:cNvPr>
            <p:cNvSpPr/>
            <p:nvPr/>
          </p:nvSpPr>
          <p:spPr>
            <a:xfrm>
              <a:off x="493908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E603230-1A28-23DC-F4CF-C12F4B06F46F}"/>
                </a:ext>
              </a:extLst>
            </p:cNvPr>
            <p:cNvSpPr/>
            <p:nvPr/>
          </p:nvSpPr>
          <p:spPr>
            <a:xfrm>
              <a:off x="6149154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678FAD3-ED1A-1193-F546-DD4CBEA32715}"/>
              </a:ext>
            </a:extLst>
          </p:cNvPr>
          <p:cNvGrpSpPr/>
          <p:nvPr/>
        </p:nvGrpSpPr>
        <p:grpSpPr>
          <a:xfrm>
            <a:off x="838200" y="3845602"/>
            <a:ext cx="8756737" cy="923330"/>
            <a:chOff x="838200" y="4971963"/>
            <a:chExt cx="8756737" cy="92333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39A37DA-9B38-3635-65B8-31AE4CB1C1AA}"/>
                </a:ext>
              </a:extLst>
            </p:cNvPr>
            <p:cNvSpPr/>
            <p:nvPr/>
          </p:nvSpPr>
          <p:spPr>
            <a:xfrm>
              <a:off x="83820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16AA4AA-6D3D-C023-048E-6559D553520A}"/>
                </a:ext>
              </a:extLst>
            </p:cNvPr>
            <p:cNvSpPr/>
            <p:nvPr/>
          </p:nvSpPr>
          <p:spPr>
            <a:xfrm>
              <a:off x="20707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DCD274E-5E3D-C7DA-8F54-B5FCF29B5288}"/>
                </a:ext>
              </a:extLst>
            </p:cNvPr>
            <p:cNvSpPr/>
            <p:nvPr/>
          </p:nvSpPr>
          <p:spPr>
            <a:xfrm>
              <a:off x="24740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530F313-7A38-D676-C216-C4B138AE1859}"/>
                </a:ext>
              </a:extLst>
            </p:cNvPr>
            <p:cNvSpPr/>
            <p:nvPr/>
          </p:nvSpPr>
          <p:spPr>
            <a:xfrm>
              <a:off x="41099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B479295-CE2C-D44B-491B-F6238EE098D9}"/>
                </a:ext>
              </a:extLst>
            </p:cNvPr>
            <p:cNvSpPr/>
            <p:nvPr/>
          </p:nvSpPr>
          <p:spPr>
            <a:xfrm>
              <a:off x="534244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B90955F-9F1B-9999-A8B1-095023A82599}"/>
                </a:ext>
              </a:extLst>
            </p:cNvPr>
            <p:cNvSpPr/>
            <p:nvPr/>
          </p:nvSpPr>
          <p:spPr>
            <a:xfrm>
              <a:off x="65525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350A6A6-D51D-8601-587E-F51C707573FA}"/>
                </a:ext>
              </a:extLst>
            </p:cNvPr>
            <p:cNvSpPr/>
            <p:nvPr/>
          </p:nvSpPr>
          <p:spPr>
            <a:xfrm>
              <a:off x="818837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2F0B677-7764-F971-AF51-5DB74E0E179E}"/>
                </a:ext>
              </a:extLst>
            </p:cNvPr>
            <p:cNvSpPr/>
            <p:nvPr/>
          </p:nvSpPr>
          <p:spPr>
            <a:xfrm>
              <a:off x="85917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6730A47-4BE6-11E9-4ADC-FF197ADB343D}"/>
                </a:ext>
              </a:extLst>
            </p:cNvPr>
            <p:cNvSpPr/>
            <p:nvPr/>
          </p:nvSpPr>
          <p:spPr>
            <a:xfrm>
              <a:off x="8995093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DA7DA0A-D47A-1292-00A7-45C1101DE3C0}"/>
                </a:ext>
              </a:extLst>
            </p:cNvPr>
            <p:cNvSpPr/>
            <p:nvPr/>
          </p:nvSpPr>
          <p:spPr>
            <a:xfrm>
              <a:off x="328077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0721483-7CF6-0EA1-AD7E-EC99D64799B3}"/>
                </a:ext>
              </a:extLst>
            </p:cNvPr>
            <p:cNvSpPr/>
            <p:nvPr/>
          </p:nvSpPr>
          <p:spPr>
            <a:xfrm>
              <a:off x="287742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11529E8-C734-C46B-131F-297B60D7E93D}"/>
                </a:ext>
              </a:extLst>
            </p:cNvPr>
            <p:cNvSpPr/>
            <p:nvPr/>
          </p:nvSpPr>
          <p:spPr>
            <a:xfrm>
              <a:off x="574579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EF6EEFE-9849-21A3-CA35-A1FCDA91F7B9}"/>
                </a:ext>
              </a:extLst>
            </p:cNvPr>
            <p:cNvSpPr/>
            <p:nvPr/>
          </p:nvSpPr>
          <p:spPr>
            <a:xfrm>
              <a:off x="69558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27F293C-0E3B-0FF9-F8E0-B1CA6A88B255}"/>
                </a:ext>
              </a:extLst>
            </p:cNvPr>
            <p:cNvSpPr/>
            <p:nvPr/>
          </p:nvSpPr>
          <p:spPr>
            <a:xfrm>
              <a:off x="778502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25D6065-4A93-5A81-B32B-BA9148C6FA24}"/>
                </a:ext>
              </a:extLst>
            </p:cNvPr>
            <p:cNvSpPr/>
            <p:nvPr/>
          </p:nvSpPr>
          <p:spPr>
            <a:xfrm>
              <a:off x="164491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772AAAA-E13B-479E-951D-394BD798C6CC}"/>
                </a:ext>
              </a:extLst>
            </p:cNvPr>
            <p:cNvSpPr/>
            <p:nvPr/>
          </p:nvSpPr>
          <p:spPr>
            <a:xfrm>
              <a:off x="3684134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782197B-D7F1-62D7-83E6-026CC525ADEE}"/>
                </a:ext>
              </a:extLst>
            </p:cNvPr>
            <p:cNvSpPr/>
            <p:nvPr/>
          </p:nvSpPr>
          <p:spPr>
            <a:xfrm>
              <a:off x="4513288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6C1056F5-AB28-1E79-EDCF-9B20B89C3AF8}"/>
                </a:ext>
              </a:extLst>
            </p:cNvPr>
            <p:cNvSpPr/>
            <p:nvPr/>
          </p:nvSpPr>
          <p:spPr>
            <a:xfrm>
              <a:off x="735922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B12B36E-668F-52DD-08C1-9BD85BE6DD92}"/>
                </a:ext>
              </a:extLst>
            </p:cNvPr>
            <p:cNvSpPr/>
            <p:nvPr/>
          </p:nvSpPr>
          <p:spPr>
            <a:xfrm>
              <a:off x="124155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0C9061C9-4032-A28F-CF5B-AAB963668AC8}"/>
                </a:ext>
              </a:extLst>
            </p:cNvPr>
            <p:cNvSpPr/>
            <p:nvPr/>
          </p:nvSpPr>
          <p:spPr>
            <a:xfrm>
              <a:off x="493908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87634C53-BE49-6351-B112-0276CCA5A968}"/>
                </a:ext>
              </a:extLst>
            </p:cNvPr>
            <p:cNvSpPr/>
            <p:nvPr/>
          </p:nvSpPr>
          <p:spPr>
            <a:xfrm>
              <a:off x="6149154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B094E79A-AB51-EA98-F1FA-DA45198EF74E}"/>
              </a:ext>
            </a:extLst>
          </p:cNvPr>
          <p:cNvGrpSpPr/>
          <p:nvPr/>
        </p:nvGrpSpPr>
        <p:grpSpPr>
          <a:xfrm>
            <a:off x="838200" y="3347605"/>
            <a:ext cx="8756737" cy="923330"/>
            <a:chOff x="838200" y="4971963"/>
            <a:chExt cx="8756737" cy="923330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3B0D13C-366E-39AC-4225-BCBA614E74A2}"/>
                </a:ext>
              </a:extLst>
            </p:cNvPr>
            <p:cNvSpPr/>
            <p:nvPr/>
          </p:nvSpPr>
          <p:spPr>
            <a:xfrm>
              <a:off x="83820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5E64E66B-3B47-BD86-BCD1-014B515220E5}"/>
                </a:ext>
              </a:extLst>
            </p:cNvPr>
            <p:cNvSpPr/>
            <p:nvPr/>
          </p:nvSpPr>
          <p:spPr>
            <a:xfrm>
              <a:off x="20707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CD05DE54-541B-DB05-92E5-78F330E5A580}"/>
                </a:ext>
              </a:extLst>
            </p:cNvPr>
            <p:cNvSpPr/>
            <p:nvPr/>
          </p:nvSpPr>
          <p:spPr>
            <a:xfrm>
              <a:off x="24740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9B25A63A-16FB-ECAA-16B5-4671172C495F}"/>
                </a:ext>
              </a:extLst>
            </p:cNvPr>
            <p:cNvSpPr/>
            <p:nvPr/>
          </p:nvSpPr>
          <p:spPr>
            <a:xfrm>
              <a:off x="41099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DE1DDA5B-E554-1366-D7E1-B619D0AAF4EE}"/>
                </a:ext>
              </a:extLst>
            </p:cNvPr>
            <p:cNvSpPr/>
            <p:nvPr/>
          </p:nvSpPr>
          <p:spPr>
            <a:xfrm>
              <a:off x="534244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8530BFF-4452-F38D-87EB-DA0022FA4C36}"/>
                </a:ext>
              </a:extLst>
            </p:cNvPr>
            <p:cNvSpPr/>
            <p:nvPr/>
          </p:nvSpPr>
          <p:spPr>
            <a:xfrm>
              <a:off x="65525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28C4B86A-F057-BB11-5709-169CC4CC69DF}"/>
                </a:ext>
              </a:extLst>
            </p:cNvPr>
            <p:cNvSpPr/>
            <p:nvPr/>
          </p:nvSpPr>
          <p:spPr>
            <a:xfrm>
              <a:off x="818837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02EDAEF7-0B38-F890-7E68-ECAC0193E7DF}"/>
                </a:ext>
              </a:extLst>
            </p:cNvPr>
            <p:cNvSpPr/>
            <p:nvPr/>
          </p:nvSpPr>
          <p:spPr>
            <a:xfrm>
              <a:off x="85917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852E708-6E27-C22D-6A3A-693BFD2EE433}"/>
                </a:ext>
              </a:extLst>
            </p:cNvPr>
            <p:cNvSpPr/>
            <p:nvPr/>
          </p:nvSpPr>
          <p:spPr>
            <a:xfrm>
              <a:off x="8995093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EADF359-658B-2E26-BA6C-A196A795F77D}"/>
                </a:ext>
              </a:extLst>
            </p:cNvPr>
            <p:cNvSpPr/>
            <p:nvPr/>
          </p:nvSpPr>
          <p:spPr>
            <a:xfrm>
              <a:off x="328077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5939AB3-199B-7CD4-DD13-23AD12DA6451}"/>
                </a:ext>
              </a:extLst>
            </p:cNvPr>
            <p:cNvSpPr/>
            <p:nvPr/>
          </p:nvSpPr>
          <p:spPr>
            <a:xfrm>
              <a:off x="287742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ADAC1D34-C515-FC16-53C3-5F4893DA79F2}"/>
                </a:ext>
              </a:extLst>
            </p:cNvPr>
            <p:cNvSpPr/>
            <p:nvPr/>
          </p:nvSpPr>
          <p:spPr>
            <a:xfrm>
              <a:off x="574579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6A330EAD-D372-D6FF-3121-A0B32656FE83}"/>
                </a:ext>
              </a:extLst>
            </p:cNvPr>
            <p:cNvSpPr/>
            <p:nvPr/>
          </p:nvSpPr>
          <p:spPr>
            <a:xfrm>
              <a:off x="69558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B6DD27BC-6BBD-EF25-DD58-CC3BF76D93DB}"/>
                </a:ext>
              </a:extLst>
            </p:cNvPr>
            <p:cNvSpPr/>
            <p:nvPr/>
          </p:nvSpPr>
          <p:spPr>
            <a:xfrm>
              <a:off x="778502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174283D3-0DF6-FA4D-7121-70F08561548B}"/>
                </a:ext>
              </a:extLst>
            </p:cNvPr>
            <p:cNvSpPr/>
            <p:nvPr/>
          </p:nvSpPr>
          <p:spPr>
            <a:xfrm>
              <a:off x="164491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C1229DA-E5CB-47EC-604B-72B0F599F056}"/>
                </a:ext>
              </a:extLst>
            </p:cNvPr>
            <p:cNvSpPr/>
            <p:nvPr/>
          </p:nvSpPr>
          <p:spPr>
            <a:xfrm>
              <a:off x="3684134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B834A8F9-960A-79D7-928A-7A5064D441D5}"/>
                </a:ext>
              </a:extLst>
            </p:cNvPr>
            <p:cNvSpPr/>
            <p:nvPr/>
          </p:nvSpPr>
          <p:spPr>
            <a:xfrm>
              <a:off x="4513288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7B77BE4-C87B-496F-B73F-3D99ABB428E4}"/>
                </a:ext>
              </a:extLst>
            </p:cNvPr>
            <p:cNvSpPr/>
            <p:nvPr/>
          </p:nvSpPr>
          <p:spPr>
            <a:xfrm>
              <a:off x="735922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71B812F-441F-7322-F4E0-6E4D5BEC4FAC}"/>
                </a:ext>
              </a:extLst>
            </p:cNvPr>
            <p:cNvSpPr/>
            <p:nvPr/>
          </p:nvSpPr>
          <p:spPr>
            <a:xfrm>
              <a:off x="124155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B619B829-5F80-8E80-95E3-4F7734F7D484}"/>
                </a:ext>
              </a:extLst>
            </p:cNvPr>
            <p:cNvSpPr/>
            <p:nvPr/>
          </p:nvSpPr>
          <p:spPr>
            <a:xfrm>
              <a:off x="493908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2C3B4243-CD64-C458-2588-437382445C6B}"/>
                </a:ext>
              </a:extLst>
            </p:cNvPr>
            <p:cNvSpPr/>
            <p:nvPr/>
          </p:nvSpPr>
          <p:spPr>
            <a:xfrm>
              <a:off x="6149154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C95F9FA1-DF39-BF59-C779-41D9C6C320B5}"/>
              </a:ext>
            </a:extLst>
          </p:cNvPr>
          <p:cNvGrpSpPr/>
          <p:nvPr/>
        </p:nvGrpSpPr>
        <p:grpSpPr>
          <a:xfrm>
            <a:off x="838200" y="2849608"/>
            <a:ext cx="8756737" cy="923330"/>
            <a:chOff x="838200" y="4971963"/>
            <a:chExt cx="8756737" cy="923330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B40B70C9-D5C7-7403-EEC5-EE63357F806E}"/>
                </a:ext>
              </a:extLst>
            </p:cNvPr>
            <p:cNvSpPr/>
            <p:nvPr/>
          </p:nvSpPr>
          <p:spPr>
            <a:xfrm>
              <a:off x="83820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178FE123-A8F4-58AF-E9DB-26AED048FBAF}"/>
                </a:ext>
              </a:extLst>
            </p:cNvPr>
            <p:cNvSpPr/>
            <p:nvPr/>
          </p:nvSpPr>
          <p:spPr>
            <a:xfrm>
              <a:off x="20707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A7D9EBE5-FDED-7D82-A42B-47149E33AF6C}"/>
                </a:ext>
              </a:extLst>
            </p:cNvPr>
            <p:cNvSpPr/>
            <p:nvPr/>
          </p:nvSpPr>
          <p:spPr>
            <a:xfrm>
              <a:off x="24740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EFE85F7-137D-3A40-8C29-5D0D505E1BB8}"/>
                </a:ext>
              </a:extLst>
            </p:cNvPr>
            <p:cNvSpPr/>
            <p:nvPr/>
          </p:nvSpPr>
          <p:spPr>
            <a:xfrm>
              <a:off x="534244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2B0B5C0E-CB17-A3B9-6005-66132A30608C}"/>
                </a:ext>
              </a:extLst>
            </p:cNvPr>
            <p:cNvSpPr/>
            <p:nvPr/>
          </p:nvSpPr>
          <p:spPr>
            <a:xfrm>
              <a:off x="65525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8510711-EAFA-3807-39DC-ED95099284B0}"/>
                </a:ext>
              </a:extLst>
            </p:cNvPr>
            <p:cNvSpPr/>
            <p:nvPr/>
          </p:nvSpPr>
          <p:spPr>
            <a:xfrm>
              <a:off x="818837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A3471D43-BB2E-87DE-51B1-3672C5D90006}"/>
                </a:ext>
              </a:extLst>
            </p:cNvPr>
            <p:cNvSpPr/>
            <p:nvPr/>
          </p:nvSpPr>
          <p:spPr>
            <a:xfrm>
              <a:off x="85917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7500AF95-C80D-2320-CC57-382F95FC8C43}"/>
                </a:ext>
              </a:extLst>
            </p:cNvPr>
            <p:cNvSpPr/>
            <p:nvPr/>
          </p:nvSpPr>
          <p:spPr>
            <a:xfrm>
              <a:off x="8995093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1C80ED8E-9618-D6B6-8D12-78D73BA56332}"/>
                </a:ext>
              </a:extLst>
            </p:cNvPr>
            <p:cNvSpPr/>
            <p:nvPr/>
          </p:nvSpPr>
          <p:spPr>
            <a:xfrm>
              <a:off x="328077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1527285-8CCA-7D44-F37A-F023C25A746C}"/>
                </a:ext>
              </a:extLst>
            </p:cNvPr>
            <p:cNvSpPr/>
            <p:nvPr/>
          </p:nvSpPr>
          <p:spPr>
            <a:xfrm>
              <a:off x="287742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64F7FD7F-3BFC-0C12-8B00-6420B2E438BA}"/>
                </a:ext>
              </a:extLst>
            </p:cNvPr>
            <p:cNvSpPr/>
            <p:nvPr/>
          </p:nvSpPr>
          <p:spPr>
            <a:xfrm>
              <a:off x="574579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6A4E15AE-12D9-7DCD-DF21-3AB0DECFCCFE}"/>
                </a:ext>
              </a:extLst>
            </p:cNvPr>
            <p:cNvSpPr/>
            <p:nvPr/>
          </p:nvSpPr>
          <p:spPr>
            <a:xfrm>
              <a:off x="69558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6FD37BA0-6B47-B320-7D03-BA55FFFB1154}"/>
                </a:ext>
              </a:extLst>
            </p:cNvPr>
            <p:cNvSpPr/>
            <p:nvPr/>
          </p:nvSpPr>
          <p:spPr>
            <a:xfrm>
              <a:off x="778502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13C2EAA3-068E-B9D4-A52E-ED4B9D15D770}"/>
                </a:ext>
              </a:extLst>
            </p:cNvPr>
            <p:cNvSpPr/>
            <p:nvPr/>
          </p:nvSpPr>
          <p:spPr>
            <a:xfrm>
              <a:off x="164491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67A24371-0E86-B825-1A62-CB1D9A43FAB2}"/>
                </a:ext>
              </a:extLst>
            </p:cNvPr>
            <p:cNvSpPr/>
            <p:nvPr/>
          </p:nvSpPr>
          <p:spPr>
            <a:xfrm>
              <a:off x="3684134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74855EF0-471D-FC98-9CA8-3DF58CCCA68C}"/>
                </a:ext>
              </a:extLst>
            </p:cNvPr>
            <p:cNvSpPr/>
            <p:nvPr/>
          </p:nvSpPr>
          <p:spPr>
            <a:xfrm>
              <a:off x="4513288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535FAEFC-7BC3-1FB1-B981-AF37FD916432}"/>
                </a:ext>
              </a:extLst>
            </p:cNvPr>
            <p:cNvSpPr/>
            <p:nvPr/>
          </p:nvSpPr>
          <p:spPr>
            <a:xfrm>
              <a:off x="735922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BA12D0FD-10F5-0A7A-5266-B584C3EF0654}"/>
                </a:ext>
              </a:extLst>
            </p:cNvPr>
            <p:cNvSpPr/>
            <p:nvPr/>
          </p:nvSpPr>
          <p:spPr>
            <a:xfrm>
              <a:off x="124155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991BEE40-CC7E-8E75-A66B-D3B75522570F}"/>
                </a:ext>
              </a:extLst>
            </p:cNvPr>
            <p:cNvSpPr/>
            <p:nvPr/>
          </p:nvSpPr>
          <p:spPr>
            <a:xfrm>
              <a:off x="493908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40952638-F328-2C56-562A-05B6DDE84F85}"/>
                </a:ext>
              </a:extLst>
            </p:cNvPr>
            <p:cNvSpPr/>
            <p:nvPr/>
          </p:nvSpPr>
          <p:spPr>
            <a:xfrm>
              <a:off x="6149154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D736F9D2-7B53-2A51-24EB-6C252D534B44}"/>
              </a:ext>
            </a:extLst>
          </p:cNvPr>
          <p:cNvGrpSpPr/>
          <p:nvPr/>
        </p:nvGrpSpPr>
        <p:grpSpPr>
          <a:xfrm>
            <a:off x="838200" y="4841597"/>
            <a:ext cx="8756737" cy="923330"/>
            <a:chOff x="838200" y="4971963"/>
            <a:chExt cx="8756737" cy="923330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02F3A22F-FB71-1137-F573-BA0BA12F8654}"/>
                </a:ext>
              </a:extLst>
            </p:cNvPr>
            <p:cNvSpPr/>
            <p:nvPr/>
          </p:nvSpPr>
          <p:spPr>
            <a:xfrm>
              <a:off x="83820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B0F34D5C-F36F-BBAC-BF1B-D7B11663D2F5}"/>
                </a:ext>
              </a:extLst>
            </p:cNvPr>
            <p:cNvSpPr/>
            <p:nvPr/>
          </p:nvSpPr>
          <p:spPr>
            <a:xfrm>
              <a:off x="20707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AA7D03AA-AEE8-1BE2-DB52-D6FBBA6B82ED}"/>
                </a:ext>
              </a:extLst>
            </p:cNvPr>
            <p:cNvSpPr/>
            <p:nvPr/>
          </p:nvSpPr>
          <p:spPr>
            <a:xfrm>
              <a:off x="24740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D8532FCB-EFC1-5505-5C16-CC82F2C8517A}"/>
                </a:ext>
              </a:extLst>
            </p:cNvPr>
            <p:cNvSpPr/>
            <p:nvPr/>
          </p:nvSpPr>
          <p:spPr>
            <a:xfrm>
              <a:off x="41099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0D29C20D-80BA-8832-E53F-CD29936C8DD9}"/>
                </a:ext>
              </a:extLst>
            </p:cNvPr>
            <p:cNvSpPr/>
            <p:nvPr/>
          </p:nvSpPr>
          <p:spPr>
            <a:xfrm>
              <a:off x="534244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74EC73EC-2B38-8572-AD08-E1DAD9C657B4}"/>
                </a:ext>
              </a:extLst>
            </p:cNvPr>
            <p:cNvSpPr/>
            <p:nvPr/>
          </p:nvSpPr>
          <p:spPr>
            <a:xfrm>
              <a:off x="65525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E1C253E8-2401-B124-7B6C-1F8A3764EA6E}"/>
                </a:ext>
              </a:extLst>
            </p:cNvPr>
            <p:cNvSpPr/>
            <p:nvPr/>
          </p:nvSpPr>
          <p:spPr>
            <a:xfrm>
              <a:off x="818837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83B0CCAB-EBD2-CFD0-8838-D50C76D5CD71}"/>
                </a:ext>
              </a:extLst>
            </p:cNvPr>
            <p:cNvSpPr/>
            <p:nvPr/>
          </p:nvSpPr>
          <p:spPr>
            <a:xfrm>
              <a:off x="85917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E709632A-7201-E509-5D83-FCF05B31E613}"/>
                </a:ext>
              </a:extLst>
            </p:cNvPr>
            <p:cNvSpPr/>
            <p:nvPr/>
          </p:nvSpPr>
          <p:spPr>
            <a:xfrm>
              <a:off x="8995093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441E742A-94E4-786A-828C-036C679A7A67}"/>
                </a:ext>
              </a:extLst>
            </p:cNvPr>
            <p:cNvSpPr/>
            <p:nvPr/>
          </p:nvSpPr>
          <p:spPr>
            <a:xfrm>
              <a:off x="328077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A51534A5-F3EA-FEE1-FE73-9FB823953002}"/>
                </a:ext>
              </a:extLst>
            </p:cNvPr>
            <p:cNvSpPr/>
            <p:nvPr/>
          </p:nvSpPr>
          <p:spPr>
            <a:xfrm>
              <a:off x="287742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9450640A-B61A-F1A3-0112-ED00D6EECED6}"/>
                </a:ext>
              </a:extLst>
            </p:cNvPr>
            <p:cNvSpPr/>
            <p:nvPr/>
          </p:nvSpPr>
          <p:spPr>
            <a:xfrm>
              <a:off x="574579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9849A258-98DA-77CE-95D7-3CB41CEA8625}"/>
                </a:ext>
              </a:extLst>
            </p:cNvPr>
            <p:cNvSpPr/>
            <p:nvPr/>
          </p:nvSpPr>
          <p:spPr>
            <a:xfrm>
              <a:off x="69558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6FF380F5-754B-CD7D-24AA-545D8D9192E2}"/>
                </a:ext>
              </a:extLst>
            </p:cNvPr>
            <p:cNvSpPr/>
            <p:nvPr/>
          </p:nvSpPr>
          <p:spPr>
            <a:xfrm>
              <a:off x="778502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071BC03C-227D-5310-642F-E1C8B4BA57B1}"/>
                </a:ext>
              </a:extLst>
            </p:cNvPr>
            <p:cNvSpPr/>
            <p:nvPr/>
          </p:nvSpPr>
          <p:spPr>
            <a:xfrm>
              <a:off x="164491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706B8AAE-EE59-4F24-8CD1-10EEBB83A5FB}"/>
                </a:ext>
              </a:extLst>
            </p:cNvPr>
            <p:cNvSpPr/>
            <p:nvPr/>
          </p:nvSpPr>
          <p:spPr>
            <a:xfrm>
              <a:off x="3684134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D2AD5E1D-B2DD-174D-8F2D-03E76922F448}"/>
                </a:ext>
              </a:extLst>
            </p:cNvPr>
            <p:cNvSpPr/>
            <p:nvPr/>
          </p:nvSpPr>
          <p:spPr>
            <a:xfrm>
              <a:off x="4513288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2D617C16-C059-F508-2D75-825F4BD80C24}"/>
                </a:ext>
              </a:extLst>
            </p:cNvPr>
            <p:cNvSpPr/>
            <p:nvPr/>
          </p:nvSpPr>
          <p:spPr>
            <a:xfrm>
              <a:off x="735922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664512D0-E342-B62B-7C64-7E7C49FD9E56}"/>
                </a:ext>
              </a:extLst>
            </p:cNvPr>
            <p:cNvSpPr/>
            <p:nvPr/>
          </p:nvSpPr>
          <p:spPr>
            <a:xfrm>
              <a:off x="124155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B758D556-B917-B078-1D82-80D3C62AD912}"/>
                </a:ext>
              </a:extLst>
            </p:cNvPr>
            <p:cNvSpPr/>
            <p:nvPr/>
          </p:nvSpPr>
          <p:spPr>
            <a:xfrm>
              <a:off x="493908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9372F8DE-F69E-19A5-D611-858FFA9F425C}"/>
                </a:ext>
              </a:extLst>
            </p:cNvPr>
            <p:cNvSpPr/>
            <p:nvPr/>
          </p:nvSpPr>
          <p:spPr>
            <a:xfrm>
              <a:off x="6149154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992BB483-4E71-63DC-8385-DF5908674529}"/>
              </a:ext>
            </a:extLst>
          </p:cNvPr>
          <p:cNvGrpSpPr/>
          <p:nvPr/>
        </p:nvGrpSpPr>
        <p:grpSpPr>
          <a:xfrm>
            <a:off x="838200" y="2351611"/>
            <a:ext cx="8756737" cy="923330"/>
            <a:chOff x="838200" y="4971963"/>
            <a:chExt cx="8756737" cy="923330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0AEFA326-0230-BEA5-48E2-06F085C75F51}"/>
                </a:ext>
              </a:extLst>
            </p:cNvPr>
            <p:cNvSpPr/>
            <p:nvPr/>
          </p:nvSpPr>
          <p:spPr>
            <a:xfrm>
              <a:off x="83820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F305FD28-586D-F277-A91E-5507BF367A95}"/>
                </a:ext>
              </a:extLst>
            </p:cNvPr>
            <p:cNvSpPr/>
            <p:nvPr/>
          </p:nvSpPr>
          <p:spPr>
            <a:xfrm>
              <a:off x="20707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5CCE4771-6BA8-8137-C44E-E5DB16C12179}"/>
                </a:ext>
              </a:extLst>
            </p:cNvPr>
            <p:cNvSpPr/>
            <p:nvPr/>
          </p:nvSpPr>
          <p:spPr>
            <a:xfrm>
              <a:off x="24740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EAFEAA65-1BC2-48A1-463C-77EA3C83C29A}"/>
                </a:ext>
              </a:extLst>
            </p:cNvPr>
            <p:cNvSpPr/>
            <p:nvPr/>
          </p:nvSpPr>
          <p:spPr>
            <a:xfrm>
              <a:off x="534244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DFE6C69F-2899-972A-5822-9CF0580705E8}"/>
                </a:ext>
              </a:extLst>
            </p:cNvPr>
            <p:cNvSpPr/>
            <p:nvPr/>
          </p:nvSpPr>
          <p:spPr>
            <a:xfrm>
              <a:off x="65525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797395A2-9FFD-50B4-E35A-D420872E6B90}"/>
                </a:ext>
              </a:extLst>
            </p:cNvPr>
            <p:cNvSpPr/>
            <p:nvPr/>
          </p:nvSpPr>
          <p:spPr>
            <a:xfrm>
              <a:off x="818837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E1B7B670-29CE-B94D-4C78-870CDD6A79E0}"/>
                </a:ext>
              </a:extLst>
            </p:cNvPr>
            <p:cNvSpPr/>
            <p:nvPr/>
          </p:nvSpPr>
          <p:spPr>
            <a:xfrm>
              <a:off x="85917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1EDE136F-F329-6B2F-29BC-55D27C070131}"/>
                </a:ext>
              </a:extLst>
            </p:cNvPr>
            <p:cNvSpPr/>
            <p:nvPr/>
          </p:nvSpPr>
          <p:spPr>
            <a:xfrm>
              <a:off x="8995093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CC044442-BA28-E152-7990-DB13F7478E49}"/>
                </a:ext>
              </a:extLst>
            </p:cNvPr>
            <p:cNvSpPr/>
            <p:nvPr/>
          </p:nvSpPr>
          <p:spPr>
            <a:xfrm>
              <a:off x="328077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4891B5AA-7FE7-34AE-E910-939894FE1EC4}"/>
                </a:ext>
              </a:extLst>
            </p:cNvPr>
            <p:cNvSpPr/>
            <p:nvPr/>
          </p:nvSpPr>
          <p:spPr>
            <a:xfrm>
              <a:off x="287742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58C2389C-A9EF-8ED2-C281-F16FDAD733DE}"/>
                </a:ext>
              </a:extLst>
            </p:cNvPr>
            <p:cNvSpPr/>
            <p:nvPr/>
          </p:nvSpPr>
          <p:spPr>
            <a:xfrm>
              <a:off x="574579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4005913-D512-2441-C08A-5CEDC77F918C}"/>
                </a:ext>
              </a:extLst>
            </p:cNvPr>
            <p:cNvSpPr/>
            <p:nvPr/>
          </p:nvSpPr>
          <p:spPr>
            <a:xfrm>
              <a:off x="69558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C1BA9C31-44BB-B1AA-41D0-24EB92AD1E28}"/>
                </a:ext>
              </a:extLst>
            </p:cNvPr>
            <p:cNvSpPr/>
            <p:nvPr/>
          </p:nvSpPr>
          <p:spPr>
            <a:xfrm>
              <a:off x="778502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4BE96B19-9903-4537-9473-A7562255247E}"/>
                </a:ext>
              </a:extLst>
            </p:cNvPr>
            <p:cNvSpPr/>
            <p:nvPr/>
          </p:nvSpPr>
          <p:spPr>
            <a:xfrm>
              <a:off x="164491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E9A0C563-BF2C-87F8-5718-D3936A506BCD}"/>
                </a:ext>
              </a:extLst>
            </p:cNvPr>
            <p:cNvSpPr/>
            <p:nvPr/>
          </p:nvSpPr>
          <p:spPr>
            <a:xfrm>
              <a:off x="3684134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C1BAB3E4-0B9D-76B7-9CC1-BCC7B76F03CE}"/>
                </a:ext>
              </a:extLst>
            </p:cNvPr>
            <p:cNvSpPr/>
            <p:nvPr/>
          </p:nvSpPr>
          <p:spPr>
            <a:xfrm>
              <a:off x="4513288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9D9DB1F7-513B-3DFD-9624-C4533A70D7AA}"/>
                </a:ext>
              </a:extLst>
            </p:cNvPr>
            <p:cNvSpPr/>
            <p:nvPr/>
          </p:nvSpPr>
          <p:spPr>
            <a:xfrm>
              <a:off x="735922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3BE92736-C003-9649-C1E3-D6BF78142C49}"/>
                </a:ext>
              </a:extLst>
            </p:cNvPr>
            <p:cNvSpPr/>
            <p:nvPr/>
          </p:nvSpPr>
          <p:spPr>
            <a:xfrm>
              <a:off x="124155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DF76C54C-BEB2-6468-4B4D-DFE1DD7C85DF}"/>
                </a:ext>
              </a:extLst>
            </p:cNvPr>
            <p:cNvSpPr/>
            <p:nvPr/>
          </p:nvSpPr>
          <p:spPr>
            <a:xfrm>
              <a:off x="493908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C5B5CD27-24F2-EDF2-37F5-4541467FEA98}"/>
                </a:ext>
              </a:extLst>
            </p:cNvPr>
            <p:cNvSpPr/>
            <p:nvPr/>
          </p:nvSpPr>
          <p:spPr>
            <a:xfrm>
              <a:off x="6149154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67" name="Rectangle 166">
            <a:extLst>
              <a:ext uri="{FF2B5EF4-FFF2-40B4-BE49-F238E27FC236}">
                <a16:creationId xmlns:a16="http://schemas.microsoft.com/office/drawing/2014/main" id="{D1558B2F-659E-C021-B728-790BA21CF743}"/>
              </a:ext>
            </a:extLst>
          </p:cNvPr>
          <p:cNvSpPr/>
          <p:nvPr/>
        </p:nvSpPr>
        <p:spPr>
          <a:xfrm>
            <a:off x="4104321" y="233751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sz="5400" b="0" cap="none" spc="0" dirty="0">
              <a:ln w="0"/>
              <a:solidFill>
                <a:schemeClr val="bg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78AFAB44-B0AA-9D4C-A068-4376BA28F118}"/>
              </a:ext>
            </a:extLst>
          </p:cNvPr>
          <p:cNvSpPr/>
          <p:nvPr/>
        </p:nvSpPr>
        <p:spPr>
          <a:xfrm>
            <a:off x="4109927" y="2835516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sz="5400" b="0" cap="none" spc="0" dirty="0">
              <a:ln w="0"/>
              <a:solidFill>
                <a:schemeClr val="bg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9D7C0FA8-CA2C-2B37-10D3-2789747B5A18}"/>
              </a:ext>
            </a:extLst>
          </p:cNvPr>
          <p:cNvSpPr/>
          <p:nvPr/>
        </p:nvSpPr>
        <p:spPr>
          <a:xfrm>
            <a:off x="4104321" y="434359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sz="5400" b="0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9FB0AC20-DD3F-2D25-B684-720EEB7040E1}"/>
              </a:ext>
            </a:extLst>
          </p:cNvPr>
          <p:cNvSpPr/>
          <p:nvPr/>
        </p:nvSpPr>
        <p:spPr>
          <a:xfrm>
            <a:off x="6944645" y="569681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680EA7CA-2879-57ED-6F7E-D494B792E6B1}"/>
              </a:ext>
            </a:extLst>
          </p:cNvPr>
          <p:cNvSpPr/>
          <p:nvPr/>
        </p:nvSpPr>
        <p:spPr>
          <a:xfrm>
            <a:off x="4171857" y="4540633"/>
            <a:ext cx="475989" cy="4952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62B77857-AC9D-8C13-3F96-642EEAFB4DC8}"/>
              </a:ext>
            </a:extLst>
          </p:cNvPr>
          <p:cNvSpPr/>
          <p:nvPr/>
        </p:nvSpPr>
        <p:spPr>
          <a:xfrm>
            <a:off x="7017793" y="2521487"/>
            <a:ext cx="475989" cy="31188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2696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74254-7F7A-484A-F4F4-4E0AE4CBF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Mapping Quality Score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41E360D-6936-FFA9-BDF4-F93C0736284E}"/>
              </a:ext>
            </a:extLst>
          </p:cNvPr>
          <p:cNvGrpSpPr/>
          <p:nvPr/>
        </p:nvGrpSpPr>
        <p:grpSpPr>
          <a:xfrm>
            <a:off x="838200" y="4343599"/>
            <a:ext cx="8756737" cy="923330"/>
            <a:chOff x="838200" y="4971963"/>
            <a:chExt cx="8756737" cy="92333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74926A9-A135-3126-1623-0922784E1A8D}"/>
                </a:ext>
              </a:extLst>
            </p:cNvPr>
            <p:cNvSpPr/>
            <p:nvPr/>
          </p:nvSpPr>
          <p:spPr>
            <a:xfrm>
              <a:off x="83820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36B22F9-4759-13C7-75C9-3FC1AC1BE05B}"/>
                </a:ext>
              </a:extLst>
            </p:cNvPr>
            <p:cNvSpPr/>
            <p:nvPr/>
          </p:nvSpPr>
          <p:spPr>
            <a:xfrm>
              <a:off x="20707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A4F2C43-9F38-0E1B-F248-0E91695D4A95}"/>
                </a:ext>
              </a:extLst>
            </p:cNvPr>
            <p:cNvSpPr/>
            <p:nvPr/>
          </p:nvSpPr>
          <p:spPr>
            <a:xfrm>
              <a:off x="24740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E96ED08-C372-4A13-9A0F-C88E1420F2E6}"/>
                </a:ext>
              </a:extLst>
            </p:cNvPr>
            <p:cNvSpPr/>
            <p:nvPr/>
          </p:nvSpPr>
          <p:spPr>
            <a:xfrm>
              <a:off x="534244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68C19F4-0389-14FA-CBA3-0A88464A6AFF}"/>
                </a:ext>
              </a:extLst>
            </p:cNvPr>
            <p:cNvSpPr/>
            <p:nvPr/>
          </p:nvSpPr>
          <p:spPr>
            <a:xfrm>
              <a:off x="65525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024C645-F999-00CC-B91F-BA9C3AB30007}"/>
                </a:ext>
              </a:extLst>
            </p:cNvPr>
            <p:cNvSpPr/>
            <p:nvPr/>
          </p:nvSpPr>
          <p:spPr>
            <a:xfrm>
              <a:off x="818837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1CB25BC-DFE3-0DF4-CF30-DECBABE5A072}"/>
                </a:ext>
              </a:extLst>
            </p:cNvPr>
            <p:cNvSpPr/>
            <p:nvPr/>
          </p:nvSpPr>
          <p:spPr>
            <a:xfrm>
              <a:off x="85917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254219E-9A18-C5A0-6396-C195383FD530}"/>
                </a:ext>
              </a:extLst>
            </p:cNvPr>
            <p:cNvSpPr/>
            <p:nvPr/>
          </p:nvSpPr>
          <p:spPr>
            <a:xfrm>
              <a:off x="8995093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6BCAF95-5325-C14A-4CDC-1D45F3451650}"/>
                </a:ext>
              </a:extLst>
            </p:cNvPr>
            <p:cNvSpPr/>
            <p:nvPr/>
          </p:nvSpPr>
          <p:spPr>
            <a:xfrm>
              <a:off x="328077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F9EADE5-8342-01EB-4A49-DEC66DAB5A05}"/>
                </a:ext>
              </a:extLst>
            </p:cNvPr>
            <p:cNvSpPr/>
            <p:nvPr/>
          </p:nvSpPr>
          <p:spPr>
            <a:xfrm>
              <a:off x="287742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74CC24-4A46-9EAF-9A0F-E010F50D1DC4}"/>
                </a:ext>
              </a:extLst>
            </p:cNvPr>
            <p:cNvSpPr/>
            <p:nvPr/>
          </p:nvSpPr>
          <p:spPr>
            <a:xfrm>
              <a:off x="574579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8532C25-A8F3-B133-85D0-66BF655FCB43}"/>
                </a:ext>
              </a:extLst>
            </p:cNvPr>
            <p:cNvSpPr/>
            <p:nvPr/>
          </p:nvSpPr>
          <p:spPr>
            <a:xfrm>
              <a:off x="69558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8984D7F-2482-02A4-8710-B22729F070EE}"/>
                </a:ext>
              </a:extLst>
            </p:cNvPr>
            <p:cNvSpPr/>
            <p:nvPr/>
          </p:nvSpPr>
          <p:spPr>
            <a:xfrm>
              <a:off x="778502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73C0CC7-8D8C-0A61-0CD4-E9869B25809C}"/>
                </a:ext>
              </a:extLst>
            </p:cNvPr>
            <p:cNvSpPr/>
            <p:nvPr/>
          </p:nvSpPr>
          <p:spPr>
            <a:xfrm>
              <a:off x="164491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F7B60FC-9A19-089B-F213-5894A927DCD9}"/>
                </a:ext>
              </a:extLst>
            </p:cNvPr>
            <p:cNvSpPr/>
            <p:nvPr/>
          </p:nvSpPr>
          <p:spPr>
            <a:xfrm>
              <a:off x="3684134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0B37AE5-6D39-112C-B1B3-09525450073A}"/>
                </a:ext>
              </a:extLst>
            </p:cNvPr>
            <p:cNvSpPr/>
            <p:nvPr/>
          </p:nvSpPr>
          <p:spPr>
            <a:xfrm>
              <a:off x="4513288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A9843ED-69B2-0680-B50F-7631B7EA0BD7}"/>
                </a:ext>
              </a:extLst>
            </p:cNvPr>
            <p:cNvSpPr/>
            <p:nvPr/>
          </p:nvSpPr>
          <p:spPr>
            <a:xfrm>
              <a:off x="735922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7DC62AA-FAD5-DA23-C6BF-0A3B01F55D2D}"/>
                </a:ext>
              </a:extLst>
            </p:cNvPr>
            <p:cNvSpPr/>
            <p:nvPr/>
          </p:nvSpPr>
          <p:spPr>
            <a:xfrm>
              <a:off x="124155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AE88B2A-F91F-3290-1317-30D42546E42D}"/>
                </a:ext>
              </a:extLst>
            </p:cNvPr>
            <p:cNvSpPr/>
            <p:nvPr/>
          </p:nvSpPr>
          <p:spPr>
            <a:xfrm>
              <a:off x="493908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E603230-1A28-23DC-F4CF-C12F4B06F46F}"/>
                </a:ext>
              </a:extLst>
            </p:cNvPr>
            <p:cNvSpPr/>
            <p:nvPr/>
          </p:nvSpPr>
          <p:spPr>
            <a:xfrm>
              <a:off x="6149154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678FAD3-ED1A-1193-F546-DD4CBEA32715}"/>
              </a:ext>
            </a:extLst>
          </p:cNvPr>
          <p:cNvGrpSpPr/>
          <p:nvPr/>
        </p:nvGrpSpPr>
        <p:grpSpPr>
          <a:xfrm>
            <a:off x="838200" y="3845602"/>
            <a:ext cx="8756737" cy="923330"/>
            <a:chOff x="838200" y="4971963"/>
            <a:chExt cx="8756737" cy="92333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39A37DA-9B38-3635-65B8-31AE4CB1C1AA}"/>
                </a:ext>
              </a:extLst>
            </p:cNvPr>
            <p:cNvSpPr/>
            <p:nvPr/>
          </p:nvSpPr>
          <p:spPr>
            <a:xfrm>
              <a:off x="83820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16AA4AA-6D3D-C023-048E-6559D553520A}"/>
                </a:ext>
              </a:extLst>
            </p:cNvPr>
            <p:cNvSpPr/>
            <p:nvPr/>
          </p:nvSpPr>
          <p:spPr>
            <a:xfrm>
              <a:off x="20707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DCD274E-5E3D-C7DA-8F54-B5FCF29B5288}"/>
                </a:ext>
              </a:extLst>
            </p:cNvPr>
            <p:cNvSpPr/>
            <p:nvPr/>
          </p:nvSpPr>
          <p:spPr>
            <a:xfrm>
              <a:off x="24740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530F313-7A38-D676-C216-C4B138AE1859}"/>
                </a:ext>
              </a:extLst>
            </p:cNvPr>
            <p:cNvSpPr/>
            <p:nvPr/>
          </p:nvSpPr>
          <p:spPr>
            <a:xfrm>
              <a:off x="41099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B479295-CE2C-D44B-491B-F6238EE098D9}"/>
                </a:ext>
              </a:extLst>
            </p:cNvPr>
            <p:cNvSpPr/>
            <p:nvPr/>
          </p:nvSpPr>
          <p:spPr>
            <a:xfrm>
              <a:off x="534244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B90955F-9F1B-9999-A8B1-095023A82599}"/>
                </a:ext>
              </a:extLst>
            </p:cNvPr>
            <p:cNvSpPr/>
            <p:nvPr/>
          </p:nvSpPr>
          <p:spPr>
            <a:xfrm>
              <a:off x="65525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350A6A6-D51D-8601-587E-F51C707573FA}"/>
                </a:ext>
              </a:extLst>
            </p:cNvPr>
            <p:cNvSpPr/>
            <p:nvPr/>
          </p:nvSpPr>
          <p:spPr>
            <a:xfrm>
              <a:off x="818837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2F0B677-7764-F971-AF51-5DB74E0E179E}"/>
                </a:ext>
              </a:extLst>
            </p:cNvPr>
            <p:cNvSpPr/>
            <p:nvPr/>
          </p:nvSpPr>
          <p:spPr>
            <a:xfrm>
              <a:off x="85917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6730A47-4BE6-11E9-4ADC-FF197ADB343D}"/>
                </a:ext>
              </a:extLst>
            </p:cNvPr>
            <p:cNvSpPr/>
            <p:nvPr/>
          </p:nvSpPr>
          <p:spPr>
            <a:xfrm>
              <a:off x="8995093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DA7DA0A-D47A-1292-00A7-45C1101DE3C0}"/>
                </a:ext>
              </a:extLst>
            </p:cNvPr>
            <p:cNvSpPr/>
            <p:nvPr/>
          </p:nvSpPr>
          <p:spPr>
            <a:xfrm>
              <a:off x="328077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0721483-7CF6-0EA1-AD7E-EC99D64799B3}"/>
                </a:ext>
              </a:extLst>
            </p:cNvPr>
            <p:cNvSpPr/>
            <p:nvPr/>
          </p:nvSpPr>
          <p:spPr>
            <a:xfrm>
              <a:off x="287742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11529E8-C734-C46B-131F-297B60D7E93D}"/>
                </a:ext>
              </a:extLst>
            </p:cNvPr>
            <p:cNvSpPr/>
            <p:nvPr/>
          </p:nvSpPr>
          <p:spPr>
            <a:xfrm>
              <a:off x="574579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EF6EEFE-9849-21A3-CA35-A1FCDA91F7B9}"/>
                </a:ext>
              </a:extLst>
            </p:cNvPr>
            <p:cNvSpPr/>
            <p:nvPr/>
          </p:nvSpPr>
          <p:spPr>
            <a:xfrm>
              <a:off x="69558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27F293C-0E3B-0FF9-F8E0-B1CA6A88B255}"/>
                </a:ext>
              </a:extLst>
            </p:cNvPr>
            <p:cNvSpPr/>
            <p:nvPr/>
          </p:nvSpPr>
          <p:spPr>
            <a:xfrm>
              <a:off x="778502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25D6065-4A93-5A81-B32B-BA9148C6FA24}"/>
                </a:ext>
              </a:extLst>
            </p:cNvPr>
            <p:cNvSpPr/>
            <p:nvPr/>
          </p:nvSpPr>
          <p:spPr>
            <a:xfrm>
              <a:off x="164491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772AAAA-E13B-479E-951D-394BD798C6CC}"/>
                </a:ext>
              </a:extLst>
            </p:cNvPr>
            <p:cNvSpPr/>
            <p:nvPr/>
          </p:nvSpPr>
          <p:spPr>
            <a:xfrm>
              <a:off x="3684134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782197B-D7F1-62D7-83E6-026CC525ADEE}"/>
                </a:ext>
              </a:extLst>
            </p:cNvPr>
            <p:cNvSpPr/>
            <p:nvPr/>
          </p:nvSpPr>
          <p:spPr>
            <a:xfrm>
              <a:off x="4513288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6C1056F5-AB28-1E79-EDCF-9B20B89C3AF8}"/>
                </a:ext>
              </a:extLst>
            </p:cNvPr>
            <p:cNvSpPr/>
            <p:nvPr/>
          </p:nvSpPr>
          <p:spPr>
            <a:xfrm>
              <a:off x="735922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B12B36E-668F-52DD-08C1-9BD85BE6DD92}"/>
                </a:ext>
              </a:extLst>
            </p:cNvPr>
            <p:cNvSpPr/>
            <p:nvPr/>
          </p:nvSpPr>
          <p:spPr>
            <a:xfrm>
              <a:off x="124155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0C9061C9-4032-A28F-CF5B-AAB963668AC8}"/>
                </a:ext>
              </a:extLst>
            </p:cNvPr>
            <p:cNvSpPr/>
            <p:nvPr/>
          </p:nvSpPr>
          <p:spPr>
            <a:xfrm>
              <a:off x="493908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87634C53-BE49-6351-B112-0276CCA5A968}"/>
                </a:ext>
              </a:extLst>
            </p:cNvPr>
            <p:cNvSpPr/>
            <p:nvPr/>
          </p:nvSpPr>
          <p:spPr>
            <a:xfrm>
              <a:off x="6149154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B094E79A-AB51-EA98-F1FA-DA45198EF74E}"/>
              </a:ext>
            </a:extLst>
          </p:cNvPr>
          <p:cNvGrpSpPr/>
          <p:nvPr/>
        </p:nvGrpSpPr>
        <p:grpSpPr>
          <a:xfrm>
            <a:off x="838200" y="3347605"/>
            <a:ext cx="8756737" cy="923330"/>
            <a:chOff x="838200" y="4971963"/>
            <a:chExt cx="8756737" cy="923330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3B0D13C-366E-39AC-4225-BCBA614E74A2}"/>
                </a:ext>
              </a:extLst>
            </p:cNvPr>
            <p:cNvSpPr/>
            <p:nvPr/>
          </p:nvSpPr>
          <p:spPr>
            <a:xfrm>
              <a:off x="83820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5E64E66B-3B47-BD86-BCD1-014B515220E5}"/>
                </a:ext>
              </a:extLst>
            </p:cNvPr>
            <p:cNvSpPr/>
            <p:nvPr/>
          </p:nvSpPr>
          <p:spPr>
            <a:xfrm>
              <a:off x="20707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CD05DE54-541B-DB05-92E5-78F330E5A580}"/>
                </a:ext>
              </a:extLst>
            </p:cNvPr>
            <p:cNvSpPr/>
            <p:nvPr/>
          </p:nvSpPr>
          <p:spPr>
            <a:xfrm>
              <a:off x="24740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9B25A63A-16FB-ECAA-16B5-4671172C495F}"/>
                </a:ext>
              </a:extLst>
            </p:cNvPr>
            <p:cNvSpPr/>
            <p:nvPr/>
          </p:nvSpPr>
          <p:spPr>
            <a:xfrm>
              <a:off x="41099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DE1DDA5B-E554-1366-D7E1-B619D0AAF4EE}"/>
                </a:ext>
              </a:extLst>
            </p:cNvPr>
            <p:cNvSpPr/>
            <p:nvPr/>
          </p:nvSpPr>
          <p:spPr>
            <a:xfrm>
              <a:off x="534244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8530BFF-4452-F38D-87EB-DA0022FA4C36}"/>
                </a:ext>
              </a:extLst>
            </p:cNvPr>
            <p:cNvSpPr/>
            <p:nvPr/>
          </p:nvSpPr>
          <p:spPr>
            <a:xfrm>
              <a:off x="65525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28C4B86A-F057-BB11-5709-169CC4CC69DF}"/>
                </a:ext>
              </a:extLst>
            </p:cNvPr>
            <p:cNvSpPr/>
            <p:nvPr/>
          </p:nvSpPr>
          <p:spPr>
            <a:xfrm>
              <a:off x="818837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02EDAEF7-0B38-F890-7E68-ECAC0193E7DF}"/>
                </a:ext>
              </a:extLst>
            </p:cNvPr>
            <p:cNvSpPr/>
            <p:nvPr/>
          </p:nvSpPr>
          <p:spPr>
            <a:xfrm>
              <a:off x="85917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852E708-6E27-C22D-6A3A-693BFD2EE433}"/>
                </a:ext>
              </a:extLst>
            </p:cNvPr>
            <p:cNvSpPr/>
            <p:nvPr/>
          </p:nvSpPr>
          <p:spPr>
            <a:xfrm>
              <a:off x="8995093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EADF359-658B-2E26-BA6C-A196A795F77D}"/>
                </a:ext>
              </a:extLst>
            </p:cNvPr>
            <p:cNvSpPr/>
            <p:nvPr/>
          </p:nvSpPr>
          <p:spPr>
            <a:xfrm>
              <a:off x="328077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5939AB3-199B-7CD4-DD13-23AD12DA6451}"/>
                </a:ext>
              </a:extLst>
            </p:cNvPr>
            <p:cNvSpPr/>
            <p:nvPr/>
          </p:nvSpPr>
          <p:spPr>
            <a:xfrm>
              <a:off x="287742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ADAC1D34-C515-FC16-53C3-5F4893DA79F2}"/>
                </a:ext>
              </a:extLst>
            </p:cNvPr>
            <p:cNvSpPr/>
            <p:nvPr/>
          </p:nvSpPr>
          <p:spPr>
            <a:xfrm>
              <a:off x="574579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6A330EAD-D372-D6FF-3121-A0B32656FE83}"/>
                </a:ext>
              </a:extLst>
            </p:cNvPr>
            <p:cNvSpPr/>
            <p:nvPr/>
          </p:nvSpPr>
          <p:spPr>
            <a:xfrm>
              <a:off x="69558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B6DD27BC-6BBD-EF25-DD58-CC3BF76D93DB}"/>
                </a:ext>
              </a:extLst>
            </p:cNvPr>
            <p:cNvSpPr/>
            <p:nvPr/>
          </p:nvSpPr>
          <p:spPr>
            <a:xfrm>
              <a:off x="778502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174283D3-0DF6-FA4D-7121-70F08561548B}"/>
                </a:ext>
              </a:extLst>
            </p:cNvPr>
            <p:cNvSpPr/>
            <p:nvPr/>
          </p:nvSpPr>
          <p:spPr>
            <a:xfrm>
              <a:off x="164491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C1229DA-E5CB-47EC-604B-72B0F599F056}"/>
                </a:ext>
              </a:extLst>
            </p:cNvPr>
            <p:cNvSpPr/>
            <p:nvPr/>
          </p:nvSpPr>
          <p:spPr>
            <a:xfrm>
              <a:off x="3684134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B834A8F9-960A-79D7-928A-7A5064D441D5}"/>
                </a:ext>
              </a:extLst>
            </p:cNvPr>
            <p:cNvSpPr/>
            <p:nvPr/>
          </p:nvSpPr>
          <p:spPr>
            <a:xfrm>
              <a:off x="4513288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7B77BE4-C87B-496F-B73F-3D99ABB428E4}"/>
                </a:ext>
              </a:extLst>
            </p:cNvPr>
            <p:cNvSpPr/>
            <p:nvPr/>
          </p:nvSpPr>
          <p:spPr>
            <a:xfrm>
              <a:off x="735922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71B812F-441F-7322-F4E0-6E4D5BEC4FAC}"/>
                </a:ext>
              </a:extLst>
            </p:cNvPr>
            <p:cNvSpPr/>
            <p:nvPr/>
          </p:nvSpPr>
          <p:spPr>
            <a:xfrm>
              <a:off x="124155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B619B829-5F80-8E80-95E3-4F7734F7D484}"/>
                </a:ext>
              </a:extLst>
            </p:cNvPr>
            <p:cNvSpPr/>
            <p:nvPr/>
          </p:nvSpPr>
          <p:spPr>
            <a:xfrm>
              <a:off x="493908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2C3B4243-CD64-C458-2588-437382445C6B}"/>
                </a:ext>
              </a:extLst>
            </p:cNvPr>
            <p:cNvSpPr/>
            <p:nvPr/>
          </p:nvSpPr>
          <p:spPr>
            <a:xfrm>
              <a:off x="6149154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C95F9FA1-DF39-BF59-C779-41D9C6C320B5}"/>
              </a:ext>
            </a:extLst>
          </p:cNvPr>
          <p:cNvGrpSpPr/>
          <p:nvPr/>
        </p:nvGrpSpPr>
        <p:grpSpPr>
          <a:xfrm>
            <a:off x="838200" y="2849608"/>
            <a:ext cx="8756737" cy="923330"/>
            <a:chOff x="838200" y="4971963"/>
            <a:chExt cx="8756737" cy="923330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B40B70C9-D5C7-7403-EEC5-EE63357F806E}"/>
                </a:ext>
              </a:extLst>
            </p:cNvPr>
            <p:cNvSpPr/>
            <p:nvPr/>
          </p:nvSpPr>
          <p:spPr>
            <a:xfrm>
              <a:off x="83820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178FE123-A8F4-58AF-E9DB-26AED048FBAF}"/>
                </a:ext>
              </a:extLst>
            </p:cNvPr>
            <p:cNvSpPr/>
            <p:nvPr/>
          </p:nvSpPr>
          <p:spPr>
            <a:xfrm>
              <a:off x="20707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A7D9EBE5-FDED-7D82-A42B-47149E33AF6C}"/>
                </a:ext>
              </a:extLst>
            </p:cNvPr>
            <p:cNvSpPr/>
            <p:nvPr/>
          </p:nvSpPr>
          <p:spPr>
            <a:xfrm>
              <a:off x="24740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EFE85F7-137D-3A40-8C29-5D0D505E1BB8}"/>
                </a:ext>
              </a:extLst>
            </p:cNvPr>
            <p:cNvSpPr/>
            <p:nvPr/>
          </p:nvSpPr>
          <p:spPr>
            <a:xfrm>
              <a:off x="534244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2B0B5C0E-CB17-A3B9-6005-66132A30608C}"/>
                </a:ext>
              </a:extLst>
            </p:cNvPr>
            <p:cNvSpPr/>
            <p:nvPr/>
          </p:nvSpPr>
          <p:spPr>
            <a:xfrm>
              <a:off x="65525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8510711-EAFA-3807-39DC-ED95099284B0}"/>
                </a:ext>
              </a:extLst>
            </p:cNvPr>
            <p:cNvSpPr/>
            <p:nvPr/>
          </p:nvSpPr>
          <p:spPr>
            <a:xfrm>
              <a:off x="818837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A3471D43-BB2E-87DE-51B1-3672C5D90006}"/>
                </a:ext>
              </a:extLst>
            </p:cNvPr>
            <p:cNvSpPr/>
            <p:nvPr/>
          </p:nvSpPr>
          <p:spPr>
            <a:xfrm>
              <a:off x="85917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7500AF95-C80D-2320-CC57-382F95FC8C43}"/>
                </a:ext>
              </a:extLst>
            </p:cNvPr>
            <p:cNvSpPr/>
            <p:nvPr/>
          </p:nvSpPr>
          <p:spPr>
            <a:xfrm>
              <a:off x="8995093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1C80ED8E-9618-D6B6-8D12-78D73BA56332}"/>
                </a:ext>
              </a:extLst>
            </p:cNvPr>
            <p:cNvSpPr/>
            <p:nvPr/>
          </p:nvSpPr>
          <p:spPr>
            <a:xfrm>
              <a:off x="328077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1527285-8CCA-7D44-F37A-F023C25A746C}"/>
                </a:ext>
              </a:extLst>
            </p:cNvPr>
            <p:cNvSpPr/>
            <p:nvPr/>
          </p:nvSpPr>
          <p:spPr>
            <a:xfrm>
              <a:off x="287742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64F7FD7F-3BFC-0C12-8B00-6420B2E438BA}"/>
                </a:ext>
              </a:extLst>
            </p:cNvPr>
            <p:cNvSpPr/>
            <p:nvPr/>
          </p:nvSpPr>
          <p:spPr>
            <a:xfrm>
              <a:off x="574579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6A4E15AE-12D9-7DCD-DF21-3AB0DECFCCFE}"/>
                </a:ext>
              </a:extLst>
            </p:cNvPr>
            <p:cNvSpPr/>
            <p:nvPr/>
          </p:nvSpPr>
          <p:spPr>
            <a:xfrm>
              <a:off x="69558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6FD37BA0-6B47-B320-7D03-BA55FFFB1154}"/>
                </a:ext>
              </a:extLst>
            </p:cNvPr>
            <p:cNvSpPr/>
            <p:nvPr/>
          </p:nvSpPr>
          <p:spPr>
            <a:xfrm>
              <a:off x="778502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13C2EAA3-068E-B9D4-A52E-ED4B9D15D770}"/>
                </a:ext>
              </a:extLst>
            </p:cNvPr>
            <p:cNvSpPr/>
            <p:nvPr/>
          </p:nvSpPr>
          <p:spPr>
            <a:xfrm>
              <a:off x="164491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67A24371-0E86-B825-1A62-CB1D9A43FAB2}"/>
                </a:ext>
              </a:extLst>
            </p:cNvPr>
            <p:cNvSpPr/>
            <p:nvPr/>
          </p:nvSpPr>
          <p:spPr>
            <a:xfrm>
              <a:off x="3684134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74855EF0-471D-FC98-9CA8-3DF58CCCA68C}"/>
                </a:ext>
              </a:extLst>
            </p:cNvPr>
            <p:cNvSpPr/>
            <p:nvPr/>
          </p:nvSpPr>
          <p:spPr>
            <a:xfrm>
              <a:off x="4513288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535FAEFC-7BC3-1FB1-B981-AF37FD916432}"/>
                </a:ext>
              </a:extLst>
            </p:cNvPr>
            <p:cNvSpPr/>
            <p:nvPr/>
          </p:nvSpPr>
          <p:spPr>
            <a:xfrm>
              <a:off x="735922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BA12D0FD-10F5-0A7A-5266-B584C3EF0654}"/>
                </a:ext>
              </a:extLst>
            </p:cNvPr>
            <p:cNvSpPr/>
            <p:nvPr/>
          </p:nvSpPr>
          <p:spPr>
            <a:xfrm>
              <a:off x="124155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991BEE40-CC7E-8E75-A66B-D3B75522570F}"/>
                </a:ext>
              </a:extLst>
            </p:cNvPr>
            <p:cNvSpPr/>
            <p:nvPr/>
          </p:nvSpPr>
          <p:spPr>
            <a:xfrm>
              <a:off x="493908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40952638-F328-2C56-562A-05B6DDE84F85}"/>
                </a:ext>
              </a:extLst>
            </p:cNvPr>
            <p:cNvSpPr/>
            <p:nvPr/>
          </p:nvSpPr>
          <p:spPr>
            <a:xfrm>
              <a:off x="6149154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D736F9D2-7B53-2A51-24EB-6C252D534B44}"/>
              </a:ext>
            </a:extLst>
          </p:cNvPr>
          <p:cNvGrpSpPr/>
          <p:nvPr/>
        </p:nvGrpSpPr>
        <p:grpSpPr>
          <a:xfrm>
            <a:off x="838200" y="4841597"/>
            <a:ext cx="8756737" cy="923330"/>
            <a:chOff x="838200" y="4971963"/>
            <a:chExt cx="8756737" cy="923330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02F3A22F-FB71-1137-F573-BA0BA12F8654}"/>
                </a:ext>
              </a:extLst>
            </p:cNvPr>
            <p:cNvSpPr/>
            <p:nvPr/>
          </p:nvSpPr>
          <p:spPr>
            <a:xfrm>
              <a:off x="83820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B0F34D5C-F36F-BBAC-BF1B-D7B11663D2F5}"/>
                </a:ext>
              </a:extLst>
            </p:cNvPr>
            <p:cNvSpPr/>
            <p:nvPr/>
          </p:nvSpPr>
          <p:spPr>
            <a:xfrm>
              <a:off x="20707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AA7D03AA-AEE8-1BE2-DB52-D6FBBA6B82ED}"/>
                </a:ext>
              </a:extLst>
            </p:cNvPr>
            <p:cNvSpPr/>
            <p:nvPr/>
          </p:nvSpPr>
          <p:spPr>
            <a:xfrm>
              <a:off x="24740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D8532FCB-EFC1-5505-5C16-CC82F2C8517A}"/>
                </a:ext>
              </a:extLst>
            </p:cNvPr>
            <p:cNvSpPr/>
            <p:nvPr/>
          </p:nvSpPr>
          <p:spPr>
            <a:xfrm>
              <a:off x="41099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0D29C20D-80BA-8832-E53F-CD29936C8DD9}"/>
                </a:ext>
              </a:extLst>
            </p:cNvPr>
            <p:cNvSpPr/>
            <p:nvPr/>
          </p:nvSpPr>
          <p:spPr>
            <a:xfrm>
              <a:off x="534244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74EC73EC-2B38-8572-AD08-E1DAD9C657B4}"/>
                </a:ext>
              </a:extLst>
            </p:cNvPr>
            <p:cNvSpPr/>
            <p:nvPr/>
          </p:nvSpPr>
          <p:spPr>
            <a:xfrm>
              <a:off x="65525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E1C253E8-2401-B124-7B6C-1F8A3764EA6E}"/>
                </a:ext>
              </a:extLst>
            </p:cNvPr>
            <p:cNvSpPr/>
            <p:nvPr/>
          </p:nvSpPr>
          <p:spPr>
            <a:xfrm>
              <a:off x="818837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83B0CCAB-EBD2-CFD0-8838-D50C76D5CD71}"/>
                </a:ext>
              </a:extLst>
            </p:cNvPr>
            <p:cNvSpPr/>
            <p:nvPr/>
          </p:nvSpPr>
          <p:spPr>
            <a:xfrm>
              <a:off x="85917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E709632A-7201-E509-5D83-FCF05B31E613}"/>
                </a:ext>
              </a:extLst>
            </p:cNvPr>
            <p:cNvSpPr/>
            <p:nvPr/>
          </p:nvSpPr>
          <p:spPr>
            <a:xfrm>
              <a:off x="8995093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441E742A-94E4-786A-828C-036C679A7A67}"/>
                </a:ext>
              </a:extLst>
            </p:cNvPr>
            <p:cNvSpPr/>
            <p:nvPr/>
          </p:nvSpPr>
          <p:spPr>
            <a:xfrm>
              <a:off x="328077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A51534A5-F3EA-FEE1-FE73-9FB823953002}"/>
                </a:ext>
              </a:extLst>
            </p:cNvPr>
            <p:cNvSpPr/>
            <p:nvPr/>
          </p:nvSpPr>
          <p:spPr>
            <a:xfrm>
              <a:off x="287742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9450640A-B61A-F1A3-0112-ED00D6EECED6}"/>
                </a:ext>
              </a:extLst>
            </p:cNvPr>
            <p:cNvSpPr/>
            <p:nvPr/>
          </p:nvSpPr>
          <p:spPr>
            <a:xfrm>
              <a:off x="574579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9849A258-98DA-77CE-95D7-3CB41CEA8625}"/>
                </a:ext>
              </a:extLst>
            </p:cNvPr>
            <p:cNvSpPr/>
            <p:nvPr/>
          </p:nvSpPr>
          <p:spPr>
            <a:xfrm>
              <a:off x="69558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6FF380F5-754B-CD7D-24AA-545D8D9192E2}"/>
                </a:ext>
              </a:extLst>
            </p:cNvPr>
            <p:cNvSpPr/>
            <p:nvPr/>
          </p:nvSpPr>
          <p:spPr>
            <a:xfrm>
              <a:off x="778502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071BC03C-227D-5310-642F-E1C8B4BA57B1}"/>
                </a:ext>
              </a:extLst>
            </p:cNvPr>
            <p:cNvSpPr/>
            <p:nvPr/>
          </p:nvSpPr>
          <p:spPr>
            <a:xfrm>
              <a:off x="164491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706B8AAE-EE59-4F24-8CD1-10EEBB83A5FB}"/>
                </a:ext>
              </a:extLst>
            </p:cNvPr>
            <p:cNvSpPr/>
            <p:nvPr/>
          </p:nvSpPr>
          <p:spPr>
            <a:xfrm>
              <a:off x="3684134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D2AD5E1D-B2DD-174D-8F2D-03E76922F448}"/>
                </a:ext>
              </a:extLst>
            </p:cNvPr>
            <p:cNvSpPr/>
            <p:nvPr/>
          </p:nvSpPr>
          <p:spPr>
            <a:xfrm>
              <a:off x="4513288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2D617C16-C059-F508-2D75-825F4BD80C24}"/>
                </a:ext>
              </a:extLst>
            </p:cNvPr>
            <p:cNvSpPr/>
            <p:nvPr/>
          </p:nvSpPr>
          <p:spPr>
            <a:xfrm>
              <a:off x="735922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664512D0-E342-B62B-7C64-7E7C49FD9E56}"/>
                </a:ext>
              </a:extLst>
            </p:cNvPr>
            <p:cNvSpPr/>
            <p:nvPr/>
          </p:nvSpPr>
          <p:spPr>
            <a:xfrm>
              <a:off x="124155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B758D556-B917-B078-1D82-80D3C62AD912}"/>
                </a:ext>
              </a:extLst>
            </p:cNvPr>
            <p:cNvSpPr/>
            <p:nvPr/>
          </p:nvSpPr>
          <p:spPr>
            <a:xfrm>
              <a:off x="493908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9372F8DE-F69E-19A5-D611-858FFA9F425C}"/>
                </a:ext>
              </a:extLst>
            </p:cNvPr>
            <p:cNvSpPr/>
            <p:nvPr/>
          </p:nvSpPr>
          <p:spPr>
            <a:xfrm>
              <a:off x="6149154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992BB483-4E71-63DC-8385-DF5908674529}"/>
              </a:ext>
            </a:extLst>
          </p:cNvPr>
          <p:cNvGrpSpPr/>
          <p:nvPr/>
        </p:nvGrpSpPr>
        <p:grpSpPr>
          <a:xfrm>
            <a:off x="838200" y="2351611"/>
            <a:ext cx="8756737" cy="923330"/>
            <a:chOff x="838200" y="4971963"/>
            <a:chExt cx="8756737" cy="923330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0AEFA326-0230-BEA5-48E2-06F085C75F51}"/>
                </a:ext>
              </a:extLst>
            </p:cNvPr>
            <p:cNvSpPr/>
            <p:nvPr/>
          </p:nvSpPr>
          <p:spPr>
            <a:xfrm>
              <a:off x="83820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bg1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F305FD28-586D-F277-A91E-5507BF367A95}"/>
                </a:ext>
              </a:extLst>
            </p:cNvPr>
            <p:cNvSpPr/>
            <p:nvPr/>
          </p:nvSpPr>
          <p:spPr>
            <a:xfrm>
              <a:off x="20707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bg1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5CCE4771-6BA8-8137-C44E-E5DB16C12179}"/>
                </a:ext>
              </a:extLst>
            </p:cNvPr>
            <p:cNvSpPr/>
            <p:nvPr/>
          </p:nvSpPr>
          <p:spPr>
            <a:xfrm>
              <a:off x="24740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bg1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EAFEAA65-1BC2-48A1-463C-77EA3C83C29A}"/>
                </a:ext>
              </a:extLst>
            </p:cNvPr>
            <p:cNvSpPr/>
            <p:nvPr/>
          </p:nvSpPr>
          <p:spPr>
            <a:xfrm>
              <a:off x="534244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bg1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DFE6C69F-2899-972A-5822-9CF0580705E8}"/>
                </a:ext>
              </a:extLst>
            </p:cNvPr>
            <p:cNvSpPr/>
            <p:nvPr/>
          </p:nvSpPr>
          <p:spPr>
            <a:xfrm>
              <a:off x="65525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bg1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797395A2-9FFD-50B4-E35A-D420872E6B90}"/>
                </a:ext>
              </a:extLst>
            </p:cNvPr>
            <p:cNvSpPr/>
            <p:nvPr/>
          </p:nvSpPr>
          <p:spPr>
            <a:xfrm>
              <a:off x="818837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bg1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E1B7B670-29CE-B94D-4C78-870CDD6A79E0}"/>
                </a:ext>
              </a:extLst>
            </p:cNvPr>
            <p:cNvSpPr/>
            <p:nvPr/>
          </p:nvSpPr>
          <p:spPr>
            <a:xfrm>
              <a:off x="85917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bg1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1EDE136F-F329-6B2F-29BC-55D27C070131}"/>
                </a:ext>
              </a:extLst>
            </p:cNvPr>
            <p:cNvSpPr/>
            <p:nvPr/>
          </p:nvSpPr>
          <p:spPr>
            <a:xfrm>
              <a:off x="8995093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bg1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CC044442-BA28-E152-7990-DB13F7478E49}"/>
                </a:ext>
              </a:extLst>
            </p:cNvPr>
            <p:cNvSpPr/>
            <p:nvPr/>
          </p:nvSpPr>
          <p:spPr>
            <a:xfrm>
              <a:off x="328077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bg1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4891B5AA-7FE7-34AE-E910-939894FE1EC4}"/>
                </a:ext>
              </a:extLst>
            </p:cNvPr>
            <p:cNvSpPr/>
            <p:nvPr/>
          </p:nvSpPr>
          <p:spPr>
            <a:xfrm>
              <a:off x="287742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bg1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58C2389C-A9EF-8ED2-C281-F16FDAD733DE}"/>
                </a:ext>
              </a:extLst>
            </p:cNvPr>
            <p:cNvSpPr/>
            <p:nvPr/>
          </p:nvSpPr>
          <p:spPr>
            <a:xfrm>
              <a:off x="574579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bg1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4005913-D512-2441-C08A-5CEDC77F918C}"/>
                </a:ext>
              </a:extLst>
            </p:cNvPr>
            <p:cNvSpPr/>
            <p:nvPr/>
          </p:nvSpPr>
          <p:spPr>
            <a:xfrm>
              <a:off x="69558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bg1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C1BA9C31-44BB-B1AA-41D0-24EB92AD1E28}"/>
                </a:ext>
              </a:extLst>
            </p:cNvPr>
            <p:cNvSpPr/>
            <p:nvPr/>
          </p:nvSpPr>
          <p:spPr>
            <a:xfrm>
              <a:off x="778502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bg1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4BE96B19-9903-4537-9473-A7562255247E}"/>
                </a:ext>
              </a:extLst>
            </p:cNvPr>
            <p:cNvSpPr/>
            <p:nvPr/>
          </p:nvSpPr>
          <p:spPr>
            <a:xfrm>
              <a:off x="164491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bg1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E9A0C563-BF2C-87F8-5718-D3936A506BCD}"/>
                </a:ext>
              </a:extLst>
            </p:cNvPr>
            <p:cNvSpPr/>
            <p:nvPr/>
          </p:nvSpPr>
          <p:spPr>
            <a:xfrm>
              <a:off x="3684134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bg1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C1BAB3E4-0B9D-76B7-9CC1-BCC7B76F03CE}"/>
                </a:ext>
              </a:extLst>
            </p:cNvPr>
            <p:cNvSpPr/>
            <p:nvPr/>
          </p:nvSpPr>
          <p:spPr>
            <a:xfrm>
              <a:off x="4513288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bg1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9D9DB1F7-513B-3DFD-9624-C4533A70D7AA}"/>
                </a:ext>
              </a:extLst>
            </p:cNvPr>
            <p:cNvSpPr/>
            <p:nvPr/>
          </p:nvSpPr>
          <p:spPr>
            <a:xfrm>
              <a:off x="735922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bg1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3BE92736-C003-9649-C1E3-D6BF78142C49}"/>
                </a:ext>
              </a:extLst>
            </p:cNvPr>
            <p:cNvSpPr/>
            <p:nvPr/>
          </p:nvSpPr>
          <p:spPr>
            <a:xfrm>
              <a:off x="124155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bg1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DF76C54C-BEB2-6468-4B4D-DFE1DD7C85DF}"/>
                </a:ext>
              </a:extLst>
            </p:cNvPr>
            <p:cNvSpPr/>
            <p:nvPr/>
          </p:nvSpPr>
          <p:spPr>
            <a:xfrm>
              <a:off x="493908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bg1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C5B5CD27-24F2-EDF2-37F5-4541467FEA98}"/>
                </a:ext>
              </a:extLst>
            </p:cNvPr>
            <p:cNvSpPr/>
            <p:nvPr/>
          </p:nvSpPr>
          <p:spPr>
            <a:xfrm>
              <a:off x="6149154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bg1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67" name="Rectangle 166">
            <a:extLst>
              <a:ext uri="{FF2B5EF4-FFF2-40B4-BE49-F238E27FC236}">
                <a16:creationId xmlns:a16="http://schemas.microsoft.com/office/drawing/2014/main" id="{D1558B2F-659E-C021-B728-790BA21CF743}"/>
              </a:ext>
            </a:extLst>
          </p:cNvPr>
          <p:cNvSpPr/>
          <p:nvPr/>
        </p:nvSpPr>
        <p:spPr>
          <a:xfrm>
            <a:off x="4104321" y="233751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sz="5400" b="0" cap="none" spc="0" dirty="0">
              <a:ln w="0"/>
              <a:solidFill>
                <a:schemeClr val="bg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9D7C0FA8-CA2C-2B37-10D3-2789747B5A18}"/>
              </a:ext>
            </a:extLst>
          </p:cNvPr>
          <p:cNvSpPr/>
          <p:nvPr/>
        </p:nvSpPr>
        <p:spPr>
          <a:xfrm>
            <a:off x="4104321" y="434359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sz="5400" b="0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105F909-97E6-6698-3C4F-32A8FBE39027}"/>
              </a:ext>
            </a:extLst>
          </p:cNvPr>
          <p:cNvGrpSpPr/>
          <p:nvPr/>
        </p:nvGrpSpPr>
        <p:grpSpPr>
          <a:xfrm>
            <a:off x="776614" y="5696819"/>
            <a:ext cx="8818323" cy="923330"/>
            <a:chOff x="776614" y="5696819"/>
            <a:chExt cx="8818323" cy="92333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299536A-2E06-8732-7D13-177D2A7029A3}"/>
                </a:ext>
              </a:extLst>
            </p:cNvPr>
            <p:cNvSpPr/>
            <p:nvPr/>
          </p:nvSpPr>
          <p:spPr>
            <a:xfrm>
              <a:off x="776614" y="6425850"/>
              <a:ext cx="8818323" cy="13778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56658909-F799-5034-49CF-ED7681BEDDAA}"/>
                </a:ext>
              </a:extLst>
            </p:cNvPr>
            <p:cNvGrpSpPr/>
            <p:nvPr/>
          </p:nvGrpSpPr>
          <p:grpSpPr>
            <a:xfrm>
              <a:off x="838200" y="5696819"/>
              <a:ext cx="8756737" cy="923330"/>
              <a:chOff x="838200" y="4971963"/>
              <a:chExt cx="8756737" cy="923330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6C537745-0463-1783-2168-6986D6F855A1}"/>
                  </a:ext>
                </a:extLst>
              </p:cNvPr>
              <p:cNvSpPr/>
              <p:nvPr/>
            </p:nvSpPr>
            <p:spPr>
              <a:xfrm>
                <a:off x="838200" y="4971963"/>
                <a:ext cx="599844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5400" b="0" cap="none" spc="0" dirty="0">
                    <a:ln w="0"/>
                    <a:solidFill>
                      <a:schemeClr val="accent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63D7933C-FFBF-C21B-5B38-F62B716D03E7}"/>
                  </a:ext>
                </a:extLst>
              </p:cNvPr>
              <p:cNvSpPr/>
              <p:nvPr/>
            </p:nvSpPr>
            <p:spPr>
              <a:xfrm>
                <a:off x="2070710" y="4971963"/>
                <a:ext cx="599844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5400" dirty="0">
                    <a:ln w="0"/>
                    <a:solidFill>
                      <a:schemeClr val="accent2">
                        <a:lumMod val="75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urier New" panose="02070309020205020404" pitchFamily="49" charset="0"/>
                    <a:cs typeface="Courier New" panose="02070309020205020404" pitchFamily="49" charset="0"/>
                  </a:rPr>
                  <a:t>T</a:t>
                </a:r>
                <a:endParaRPr lang="en-US" sz="5400" b="0" cap="none" spc="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6BAA4721-B94E-884E-010A-799A5E8B89B2}"/>
                  </a:ext>
                </a:extLst>
              </p:cNvPr>
              <p:cNvSpPr/>
              <p:nvPr/>
            </p:nvSpPr>
            <p:spPr>
              <a:xfrm>
                <a:off x="2474066" y="4971963"/>
                <a:ext cx="599844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5400" dirty="0">
                    <a:ln w="0"/>
                    <a:solidFill>
                      <a:schemeClr val="accent2">
                        <a:lumMod val="75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urier New" panose="02070309020205020404" pitchFamily="49" charset="0"/>
                    <a:cs typeface="Courier New" panose="02070309020205020404" pitchFamily="49" charset="0"/>
                  </a:rPr>
                  <a:t>T</a:t>
                </a:r>
                <a:endParaRPr lang="en-US" sz="5400" b="0" cap="none" spc="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D2E748E9-D64B-A719-663B-17F9FC5ED879}"/>
                  </a:ext>
                </a:extLst>
              </p:cNvPr>
              <p:cNvSpPr/>
              <p:nvPr/>
            </p:nvSpPr>
            <p:spPr>
              <a:xfrm>
                <a:off x="4109932" y="4971963"/>
                <a:ext cx="599844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5400" dirty="0">
                    <a:ln w="0"/>
                    <a:solidFill>
                      <a:schemeClr val="accent2">
                        <a:lumMod val="75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urier New" panose="02070309020205020404" pitchFamily="49" charset="0"/>
                    <a:cs typeface="Courier New" panose="02070309020205020404" pitchFamily="49" charset="0"/>
                  </a:rPr>
                  <a:t>T</a:t>
                </a:r>
                <a:endParaRPr lang="en-US" sz="5400" b="0" cap="none" spc="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49B0235-478F-6CEE-E65E-6E489CB71625}"/>
                  </a:ext>
                </a:extLst>
              </p:cNvPr>
              <p:cNvSpPr/>
              <p:nvPr/>
            </p:nvSpPr>
            <p:spPr>
              <a:xfrm>
                <a:off x="5342442" y="4971963"/>
                <a:ext cx="599844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5400" dirty="0">
                    <a:ln w="0"/>
                    <a:solidFill>
                      <a:schemeClr val="accent2">
                        <a:lumMod val="75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urier New" panose="02070309020205020404" pitchFamily="49" charset="0"/>
                    <a:cs typeface="Courier New" panose="02070309020205020404" pitchFamily="49" charset="0"/>
                  </a:rPr>
                  <a:t>T</a:t>
                </a:r>
                <a:endParaRPr lang="en-US" sz="5400" b="0" cap="none" spc="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DEAFA741-8F46-B354-0FE0-3D48AF780ABA}"/>
                  </a:ext>
                </a:extLst>
              </p:cNvPr>
              <p:cNvSpPr/>
              <p:nvPr/>
            </p:nvSpPr>
            <p:spPr>
              <a:xfrm>
                <a:off x="6552510" y="4971963"/>
                <a:ext cx="599844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5400" dirty="0">
                    <a:ln w="0"/>
                    <a:solidFill>
                      <a:schemeClr val="accent2">
                        <a:lumMod val="75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urier New" panose="02070309020205020404" pitchFamily="49" charset="0"/>
                    <a:cs typeface="Courier New" panose="02070309020205020404" pitchFamily="49" charset="0"/>
                  </a:rPr>
                  <a:t>T</a:t>
                </a:r>
                <a:endParaRPr lang="en-US" sz="5400" b="0" cap="none" spc="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60BCEB02-5589-D4E6-112F-95452A4681FA}"/>
                  </a:ext>
                </a:extLst>
              </p:cNvPr>
              <p:cNvSpPr/>
              <p:nvPr/>
            </p:nvSpPr>
            <p:spPr>
              <a:xfrm>
                <a:off x="8188376" y="4971963"/>
                <a:ext cx="599844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5400" dirty="0">
                    <a:ln w="0"/>
                    <a:solidFill>
                      <a:schemeClr val="accent2">
                        <a:lumMod val="75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urier New" panose="02070309020205020404" pitchFamily="49" charset="0"/>
                    <a:cs typeface="Courier New" panose="02070309020205020404" pitchFamily="49" charset="0"/>
                  </a:rPr>
                  <a:t>T</a:t>
                </a:r>
                <a:endParaRPr lang="en-US" sz="5400" b="0" cap="none" spc="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EC6590FC-9FBE-5A29-9107-81AE6384E589}"/>
                  </a:ext>
                </a:extLst>
              </p:cNvPr>
              <p:cNvSpPr/>
              <p:nvPr/>
            </p:nvSpPr>
            <p:spPr>
              <a:xfrm>
                <a:off x="8591732" y="4971963"/>
                <a:ext cx="599844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5400" dirty="0">
                    <a:ln w="0"/>
                    <a:solidFill>
                      <a:schemeClr val="accent2">
                        <a:lumMod val="75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urier New" panose="02070309020205020404" pitchFamily="49" charset="0"/>
                    <a:cs typeface="Courier New" panose="02070309020205020404" pitchFamily="49" charset="0"/>
                  </a:rPr>
                  <a:t>T</a:t>
                </a:r>
                <a:endParaRPr lang="en-US" sz="5400" b="0" cap="none" spc="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B5ACCDD4-DB7B-FA6D-F88F-6D62A04E2822}"/>
                  </a:ext>
                </a:extLst>
              </p:cNvPr>
              <p:cNvSpPr/>
              <p:nvPr/>
            </p:nvSpPr>
            <p:spPr>
              <a:xfrm>
                <a:off x="8995093" y="4971963"/>
                <a:ext cx="599844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5400" dirty="0">
                    <a:ln w="0"/>
                    <a:solidFill>
                      <a:schemeClr val="accent2">
                        <a:lumMod val="75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urier New" panose="02070309020205020404" pitchFamily="49" charset="0"/>
                    <a:cs typeface="Courier New" panose="02070309020205020404" pitchFamily="49" charset="0"/>
                  </a:rPr>
                  <a:t>T</a:t>
                </a:r>
                <a:endParaRPr lang="en-US" sz="5400" b="0" cap="none" spc="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7E75473F-91F4-EEF3-A006-C84F108A94AD}"/>
                  </a:ext>
                </a:extLst>
              </p:cNvPr>
              <p:cNvSpPr/>
              <p:nvPr/>
            </p:nvSpPr>
            <p:spPr>
              <a:xfrm>
                <a:off x="3280778" y="4971963"/>
                <a:ext cx="599844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5400" b="0" cap="none" spc="0" dirty="0">
                    <a:ln w="0"/>
                    <a:solidFill>
                      <a:schemeClr val="accent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0B54CA45-3F0D-25B8-9597-28F3BE853635}"/>
                  </a:ext>
                </a:extLst>
              </p:cNvPr>
              <p:cNvSpPr/>
              <p:nvPr/>
            </p:nvSpPr>
            <p:spPr>
              <a:xfrm>
                <a:off x="2877422" y="4971963"/>
                <a:ext cx="599844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5400" b="0" cap="none" spc="0" dirty="0">
                    <a:ln w="0"/>
                    <a:solidFill>
                      <a:schemeClr val="accent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55001A5F-653C-FEAA-E313-2EE1F9FBFD99}"/>
                  </a:ext>
                </a:extLst>
              </p:cNvPr>
              <p:cNvSpPr/>
              <p:nvPr/>
            </p:nvSpPr>
            <p:spPr>
              <a:xfrm>
                <a:off x="5745798" y="4971963"/>
                <a:ext cx="599844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5400" b="0" cap="none" spc="0" dirty="0">
                    <a:ln w="0"/>
                    <a:solidFill>
                      <a:schemeClr val="accent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545FB50E-34BE-5274-AC93-3746BA6734D0}"/>
                  </a:ext>
                </a:extLst>
              </p:cNvPr>
              <p:cNvSpPr/>
              <p:nvPr/>
            </p:nvSpPr>
            <p:spPr>
              <a:xfrm>
                <a:off x="7785020" y="4971963"/>
                <a:ext cx="599844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5400" b="0" cap="none" spc="0" dirty="0">
                    <a:ln w="0"/>
                    <a:solidFill>
                      <a:schemeClr val="accent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AA48582E-E9B7-D036-D116-ED37585D4351}"/>
                  </a:ext>
                </a:extLst>
              </p:cNvPr>
              <p:cNvSpPr/>
              <p:nvPr/>
            </p:nvSpPr>
            <p:spPr>
              <a:xfrm>
                <a:off x="1644912" y="4971963"/>
                <a:ext cx="622286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5400" b="0" cap="none" spc="0" dirty="0">
                    <a:ln w="0"/>
                    <a:solidFill>
                      <a:schemeClr val="accent6">
                        <a:lumMod val="50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urier New" panose="02070309020205020404" pitchFamily="49" charset="0"/>
                    <a:cs typeface="Courier New" panose="02070309020205020404" pitchFamily="49" charset="0"/>
                  </a:rPr>
                  <a:t>G</a:t>
                </a: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E6377A4-C6E4-54AB-418E-A0D93C693536}"/>
                  </a:ext>
                </a:extLst>
              </p:cNvPr>
              <p:cNvSpPr/>
              <p:nvPr/>
            </p:nvSpPr>
            <p:spPr>
              <a:xfrm>
                <a:off x="3684134" y="4971963"/>
                <a:ext cx="622286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5400" b="0" cap="none" spc="0" dirty="0">
                    <a:ln w="0"/>
                    <a:solidFill>
                      <a:schemeClr val="accent6">
                        <a:lumMod val="50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urier New" panose="02070309020205020404" pitchFamily="49" charset="0"/>
                    <a:cs typeface="Courier New" panose="02070309020205020404" pitchFamily="49" charset="0"/>
                  </a:rPr>
                  <a:t>G</a:t>
                </a: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A2CD734E-707D-3771-C655-79ACAA083A02}"/>
                  </a:ext>
                </a:extLst>
              </p:cNvPr>
              <p:cNvSpPr/>
              <p:nvPr/>
            </p:nvSpPr>
            <p:spPr>
              <a:xfrm>
                <a:off x="4513288" y="4971963"/>
                <a:ext cx="622286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5400" b="0" cap="none" spc="0" dirty="0">
                    <a:ln w="0"/>
                    <a:solidFill>
                      <a:schemeClr val="accent6">
                        <a:lumMod val="50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urier New" panose="02070309020205020404" pitchFamily="49" charset="0"/>
                    <a:cs typeface="Courier New" panose="02070309020205020404" pitchFamily="49" charset="0"/>
                  </a:rPr>
                  <a:t>G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63BB4254-6DC5-B57E-E288-5A6FB1BF5F5D}"/>
                  </a:ext>
                </a:extLst>
              </p:cNvPr>
              <p:cNvSpPr/>
              <p:nvPr/>
            </p:nvSpPr>
            <p:spPr>
              <a:xfrm>
                <a:off x="7359222" y="4971963"/>
                <a:ext cx="622286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5400" b="0" cap="none" spc="0" dirty="0">
                    <a:ln w="0"/>
                    <a:solidFill>
                      <a:schemeClr val="accent6">
                        <a:lumMod val="50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urier New" panose="02070309020205020404" pitchFamily="49" charset="0"/>
                    <a:cs typeface="Courier New" panose="02070309020205020404" pitchFamily="49" charset="0"/>
                  </a:rPr>
                  <a:t>G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11D30EED-9ED2-E544-4D22-DE5B393A072A}"/>
                  </a:ext>
                </a:extLst>
              </p:cNvPr>
              <p:cNvSpPr/>
              <p:nvPr/>
            </p:nvSpPr>
            <p:spPr>
              <a:xfrm>
                <a:off x="1241556" y="4971963"/>
                <a:ext cx="599844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5400" dirty="0">
                    <a:ln w="0"/>
                    <a:solidFill>
                      <a:schemeClr val="accent4">
                        <a:lumMod val="60000"/>
                        <a:lumOff val="40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sz="5400" b="0" cap="none" spc="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912A63C6-DEDE-39D3-CA9A-688E979267F3}"/>
                  </a:ext>
                </a:extLst>
              </p:cNvPr>
              <p:cNvSpPr/>
              <p:nvPr/>
            </p:nvSpPr>
            <p:spPr>
              <a:xfrm>
                <a:off x="4939086" y="4971963"/>
                <a:ext cx="599844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5400" dirty="0">
                    <a:ln w="0"/>
                    <a:solidFill>
                      <a:schemeClr val="accent4">
                        <a:lumMod val="60000"/>
                        <a:lumOff val="40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sz="5400" b="0" cap="none" spc="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837AE26E-7EFE-83E2-C6B9-82EAEAA1F56C}"/>
                  </a:ext>
                </a:extLst>
              </p:cNvPr>
              <p:cNvSpPr/>
              <p:nvPr/>
            </p:nvSpPr>
            <p:spPr>
              <a:xfrm>
                <a:off x="6149154" y="4971963"/>
                <a:ext cx="599844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5400" dirty="0">
                    <a:ln w="0"/>
                    <a:solidFill>
                      <a:schemeClr val="accent4">
                        <a:lumMod val="60000"/>
                        <a:lumOff val="40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sz="5400" b="0" cap="none" spc="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9FB0AC20-DD3F-2D25-B684-720EEB7040E1}"/>
                </a:ext>
              </a:extLst>
            </p:cNvPr>
            <p:cNvSpPr/>
            <p:nvPr/>
          </p:nvSpPr>
          <p:spPr>
            <a:xfrm>
              <a:off x="6944645" y="5696819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</p:grpSp>
      <p:sp>
        <p:nvSpPr>
          <p:cNvPr id="172" name="Rectangle 171">
            <a:extLst>
              <a:ext uri="{FF2B5EF4-FFF2-40B4-BE49-F238E27FC236}">
                <a16:creationId xmlns:a16="http://schemas.microsoft.com/office/drawing/2014/main" id="{680EA7CA-2879-57ED-6F7E-D494B792E6B1}"/>
              </a:ext>
            </a:extLst>
          </p:cNvPr>
          <p:cNvSpPr/>
          <p:nvPr/>
        </p:nvSpPr>
        <p:spPr>
          <a:xfrm>
            <a:off x="4171857" y="4540633"/>
            <a:ext cx="475989" cy="4952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62B77857-AC9D-8C13-3F96-642EEAFB4DC8}"/>
              </a:ext>
            </a:extLst>
          </p:cNvPr>
          <p:cNvSpPr/>
          <p:nvPr/>
        </p:nvSpPr>
        <p:spPr>
          <a:xfrm>
            <a:off x="7017793" y="3056351"/>
            <a:ext cx="475989" cy="25839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5C00E48-E004-83A8-0B79-E4EDF907A8C3}"/>
              </a:ext>
            </a:extLst>
          </p:cNvPr>
          <p:cNvSpPr/>
          <p:nvPr/>
        </p:nvSpPr>
        <p:spPr>
          <a:xfrm>
            <a:off x="4102988" y="2840835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sz="5400" b="0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6C76D43-2D0E-78F9-8E2D-C04433B1843D}"/>
              </a:ext>
            </a:extLst>
          </p:cNvPr>
          <p:cNvSpPr/>
          <p:nvPr/>
        </p:nvSpPr>
        <p:spPr>
          <a:xfrm>
            <a:off x="4170524" y="3057051"/>
            <a:ext cx="475989" cy="4952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2229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FEEDC-6C60-9DCB-2787-14E7D1C88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Germline/Somatic Variants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DFDEE-D6FF-A3FC-2C45-033C3F122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dirty="0"/>
              <a:t>Germline variants</a:t>
            </a:r>
          </a:p>
          <a:p>
            <a:pPr lvl="1"/>
            <a:r>
              <a:rPr lang="en-GB" dirty="0"/>
              <a:t>Variants inherited from parents</a:t>
            </a:r>
          </a:p>
          <a:p>
            <a:pPr lvl="1"/>
            <a:r>
              <a:rPr lang="en-GB" dirty="0"/>
              <a:t>Commonly called from a “healthy” sample</a:t>
            </a:r>
          </a:p>
          <a:p>
            <a:r>
              <a:rPr lang="en-GB" dirty="0"/>
              <a:t>Somatic variants</a:t>
            </a:r>
          </a:p>
          <a:p>
            <a:pPr lvl="1"/>
            <a:r>
              <a:rPr lang="en-GB" dirty="0"/>
              <a:t>Variants that have arisen after conception</a:t>
            </a:r>
          </a:p>
          <a:p>
            <a:pPr lvl="1"/>
            <a:r>
              <a:rPr lang="en-GB" dirty="0"/>
              <a:t>Commonly called from a “disease” sample</a:t>
            </a:r>
          </a:p>
          <a:p>
            <a:r>
              <a:rPr lang="en-GB" dirty="0"/>
              <a:t>Somatic events *can* be called without a germline control</a:t>
            </a:r>
          </a:p>
          <a:p>
            <a:pPr lvl="1"/>
            <a:r>
              <a:rPr lang="en-GB" dirty="0"/>
              <a:t>This is trickier, however, as you need to try and remove germline variants</a:t>
            </a:r>
          </a:p>
          <a:p>
            <a:pPr lvl="1"/>
            <a:r>
              <a:rPr lang="en-GB" dirty="0"/>
              <a:t>This can be done using a panel of normals</a:t>
            </a:r>
          </a:p>
          <a:p>
            <a:pPr lvl="1"/>
            <a:r>
              <a:rPr lang="en-GB" dirty="0"/>
              <a:t>You can also filter the called variants against population databases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4381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FEEDC-6C60-9DCB-2787-14E7D1C88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Matched normal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DFDEE-D6FF-A3FC-2C45-033C3F122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Distinguishing somatic and germline variants can be tricky</a:t>
            </a:r>
          </a:p>
          <a:p>
            <a:r>
              <a:rPr lang="en-GB" dirty="0"/>
              <a:t>Often two samples are sequenced:</a:t>
            </a:r>
          </a:p>
          <a:p>
            <a:pPr lvl="1"/>
            <a:r>
              <a:rPr lang="en-GB" dirty="0"/>
              <a:t>“Disease” sample</a:t>
            </a:r>
          </a:p>
          <a:p>
            <a:pPr lvl="2"/>
            <a:r>
              <a:rPr lang="en-GB" dirty="0"/>
              <a:t>a sample take from the disease location after diagnosis</a:t>
            </a:r>
          </a:p>
          <a:p>
            <a:pPr lvl="1"/>
            <a:r>
              <a:rPr lang="en-GB" dirty="0"/>
              <a:t>Matched germline sample</a:t>
            </a:r>
          </a:p>
          <a:p>
            <a:pPr lvl="2"/>
            <a:r>
              <a:rPr lang="en-GB" dirty="0"/>
              <a:t>a sample take from a non-disease location, ideally at the same time</a:t>
            </a:r>
          </a:p>
          <a:p>
            <a:r>
              <a:rPr lang="en-GB" dirty="0"/>
              <a:t>Variants in the disease sample but not the germline sample are considered to somatic variants</a:t>
            </a:r>
          </a:p>
        </p:txBody>
      </p:sp>
    </p:spTree>
    <p:extLst>
      <p:ext uri="{BB962C8B-B14F-4D97-AF65-F5344CB8AC3E}">
        <p14:creationId xmlns:p14="http://schemas.microsoft.com/office/powerpoint/2010/main" val="3247907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A7FAE-77CD-6241-2BB5-2773C33D5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Variant calling tools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AFD028-1AD0-2E26-C23A-C23EAAA4F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Basic tools will count the occurrence of all bases at given coordinates</a:t>
            </a:r>
          </a:p>
          <a:p>
            <a:pPr lvl="1"/>
            <a:r>
              <a:rPr lang="en-GB" dirty="0"/>
              <a:t>E.g. </a:t>
            </a:r>
            <a:r>
              <a:rPr lang="en-GB" dirty="0" err="1"/>
              <a:t>alleleCounter</a:t>
            </a:r>
            <a:endParaRPr lang="en-GB" dirty="0"/>
          </a:p>
          <a:p>
            <a:r>
              <a:rPr lang="en-GB" dirty="0"/>
              <a:t>More advanced tools will use statistical tests to determine which positions have mutations</a:t>
            </a:r>
          </a:p>
          <a:p>
            <a:pPr lvl="1"/>
            <a:r>
              <a:rPr lang="en-GB" dirty="0"/>
              <a:t>E.g. Mutect2, Strelka2, Varscan2</a:t>
            </a:r>
          </a:p>
          <a:p>
            <a:r>
              <a:rPr lang="en-GB" dirty="0"/>
              <a:t>The best tool to use depends on your desired outcome</a:t>
            </a:r>
          </a:p>
          <a:p>
            <a:pPr lvl="1"/>
            <a:r>
              <a:rPr lang="en-GB" dirty="0"/>
              <a:t>De-novo mutation finding will require one of the more advanced tools</a:t>
            </a:r>
          </a:p>
        </p:txBody>
      </p:sp>
    </p:spTree>
    <p:extLst>
      <p:ext uri="{BB962C8B-B14F-4D97-AF65-F5344CB8AC3E}">
        <p14:creationId xmlns:p14="http://schemas.microsoft.com/office/powerpoint/2010/main" val="200086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742F5-9AFF-25C7-3D21-BFD11CD35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Variant annotation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AB9FD-1A75-DDDF-1FDC-B9D02A408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Raw variant positions don’t really give us much information</a:t>
            </a:r>
          </a:p>
          <a:p>
            <a:pPr lvl="1"/>
            <a:r>
              <a:rPr lang="en-GB" dirty="0"/>
              <a:t>What gene is the variant in?</a:t>
            </a:r>
          </a:p>
          <a:p>
            <a:pPr lvl="1"/>
            <a:r>
              <a:rPr lang="en-GB" dirty="0"/>
              <a:t>What is the effect of the variant?</a:t>
            </a:r>
          </a:p>
          <a:p>
            <a:r>
              <a:rPr lang="en-GB" dirty="0"/>
              <a:t>We can use a few tools that will compare our variants with databases of known variant positions</a:t>
            </a:r>
          </a:p>
          <a:p>
            <a:pPr lvl="1"/>
            <a:r>
              <a:rPr lang="en-GB" dirty="0"/>
              <a:t>Annovar</a:t>
            </a:r>
          </a:p>
          <a:p>
            <a:pPr lvl="1"/>
            <a:r>
              <a:rPr lang="en-GB" dirty="0"/>
              <a:t>SNPeff </a:t>
            </a:r>
          </a:p>
          <a:p>
            <a:pPr lvl="1"/>
            <a:r>
              <a:rPr lang="en-GB" dirty="0"/>
              <a:t>Variant Effect Predictor (VEP)</a:t>
            </a:r>
          </a:p>
        </p:txBody>
      </p:sp>
    </p:spTree>
    <p:extLst>
      <p:ext uri="{BB962C8B-B14F-4D97-AF65-F5344CB8AC3E}">
        <p14:creationId xmlns:p14="http://schemas.microsoft.com/office/powerpoint/2010/main" val="4101565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27B4D-D47F-2521-511D-2DBCBCD50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Annotation 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B0CE4-D2ED-E90A-72BB-34B9F3B39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Gene level annotation</a:t>
            </a:r>
          </a:p>
          <a:p>
            <a:pPr lvl="1"/>
            <a:r>
              <a:rPr lang="en-GB" dirty="0" err="1"/>
              <a:t>Ensembl</a:t>
            </a:r>
            <a:r>
              <a:rPr lang="en-GB" dirty="0"/>
              <a:t>, </a:t>
            </a:r>
            <a:r>
              <a:rPr lang="en-GB" dirty="0" err="1"/>
              <a:t>refGene</a:t>
            </a:r>
            <a:endParaRPr lang="en-GB" dirty="0"/>
          </a:p>
          <a:p>
            <a:r>
              <a:rPr lang="en-GB" dirty="0"/>
              <a:t>Population databases</a:t>
            </a:r>
          </a:p>
          <a:p>
            <a:pPr lvl="1"/>
            <a:r>
              <a:rPr lang="en-GB" dirty="0"/>
              <a:t>1000 genomes, exome sequencing project, gnomAD</a:t>
            </a:r>
          </a:p>
          <a:p>
            <a:r>
              <a:rPr lang="en-GB" dirty="0"/>
              <a:t>Databases of published variants</a:t>
            </a:r>
          </a:p>
          <a:p>
            <a:pPr lvl="1"/>
            <a:r>
              <a:rPr lang="en-GB" dirty="0"/>
              <a:t>dbSNP, Catalogue Of Somatic Mutations In Cancer (COSMIC)</a:t>
            </a:r>
          </a:p>
          <a:p>
            <a:r>
              <a:rPr lang="en-GB" dirty="0"/>
              <a:t>Function effect prediction </a:t>
            </a:r>
          </a:p>
          <a:p>
            <a:pPr lvl="1"/>
            <a:r>
              <a:rPr lang="en-GB" dirty="0"/>
              <a:t>MutationTaster, PolyPhen, Sift etc …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4887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08599-2E0E-2A74-3174-857618EA0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variant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14175-7D9D-3AAA-67DF-5E44A6C02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Effect on amino acid sequence</a:t>
            </a:r>
          </a:p>
          <a:p>
            <a:pPr lvl="1"/>
            <a:r>
              <a:rPr lang="en-GB" dirty="0"/>
              <a:t>Synonymous – no change to AA sequence</a:t>
            </a:r>
          </a:p>
          <a:p>
            <a:pPr lvl="1"/>
            <a:r>
              <a:rPr lang="en-GB" dirty="0"/>
              <a:t>Non-synonymous – changes to AA sequence</a:t>
            </a:r>
          </a:p>
          <a:p>
            <a:r>
              <a:rPr lang="en-GB" dirty="0"/>
              <a:t>What is the change?</a:t>
            </a:r>
          </a:p>
          <a:p>
            <a:pPr lvl="1"/>
            <a:r>
              <a:rPr lang="en-GB" dirty="0"/>
              <a:t>Single Nucleotide Variant (SNV) – single base change</a:t>
            </a:r>
          </a:p>
          <a:p>
            <a:pPr lvl="1"/>
            <a:r>
              <a:rPr lang="en-GB" dirty="0"/>
              <a:t>Indels</a:t>
            </a:r>
          </a:p>
          <a:p>
            <a:pPr lvl="2"/>
            <a:r>
              <a:rPr lang="en-GB" dirty="0"/>
              <a:t>Insertions – bases inserted into the sequence</a:t>
            </a:r>
          </a:p>
          <a:p>
            <a:pPr lvl="2"/>
            <a:r>
              <a:rPr lang="en-GB" dirty="0"/>
              <a:t>Deletions – bases removed from the sequence</a:t>
            </a:r>
          </a:p>
          <a:p>
            <a:pPr lvl="2"/>
            <a:r>
              <a:rPr lang="en-GB" dirty="0"/>
              <a:t>Frameshift – indel changes the reading frame of the sequence</a:t>
            </a:r>
          </a:p>
          <a:p>
            <a:pPr lvl="1"/>
            <a:r>
              <a:rPr lang="en-GB" dirty="0"/>
              <a:t>Start/stop codon gain/loss</a:t>
            </a:r>
          </a:p>
        </p:txBody>
      </p:sp>
    </p:spTree>
    <p:extLst>
      <p:ext uri="{BB962C8B-B14F-4D97-AF65-F5344CB8AC3E}">
        <p14:creationId xmlns:p14="http://schemas.microsoft.com/office/powerpoint/2010/main" val="4271937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C9615-5FE5-16E6-EAAC-9A89EEB9C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</a:t>
            </a:r>
            <a:r>
              <a:rPr lang="en-GB"/>
              <a:t>of variant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881412-61C9-CB7D-1059-B2C8A2A52360}"/>
              </a:ext>
            </a:extLst>
          </p:cNvPr>
          <p:cNvSpPr/>
          <p:nvPr/>
        </p:nvSpPr>
        <p:spPr>
          <a:xfrm>
            <a:off x="1710846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E9A2D2-7819-D43F-197A-D2B118A3741C}"/>
              </a:ext>
            </a:extLst>
          </p:cNvPr>
          <p:cNvSpPr/>
          <p:nvPr/>
        </p:nvSpPr>
        <p:spPr>
          <a:xfrm>
            <a:off x="2953655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B066D2-EF14-A71B-273F-0593F7D99B81}"/>
              </a:ext>
            </a:extLst>
          </p:cNvPr>
          <p:cNvSpPr/>
          <p:nvPr/>
        </p:nvSpPr>
        <p:spPr>
          <a:xfrm>
            <a:off x="3360444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124F0D-7060-CE2C-F38F-656CD173701E}"/>
              </a:ext>
            </a:extLst>
          </p:cNvPr>
          <p:cNvSpPr/>
          <p:nvPr/>
        </p:nvSpPr>
        <p:spPr>
          <a:xfrm>
            <a:off x="5010042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DD039E-355E-978F-3EC2-05CBE31F5929}"/>
              </a:ext>
            </a:extLst>
          </p:cNvPr>
          <p:cNvSpPr/>
          <p:nvPr/>
        </p:nvSpPr>
        <p:spPr>
          <a:xfrm>
            <a:off x="6252851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F63361-C9FA-FC59-AA11-0377634B8C8A}"/>
              </a:ext>
            </a:extLst>
          </p:cNvPr>
          <p:cNvSpPr/>
          <p:nvPr/>
        </p:nvSpPr>
        <p:spPr>
          <a:xfrm>
            <a:off x="7473218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07E13C-FCDF-52AB-AE5A-B0A0299B2682}"/>
              </a:ext>
            </a:extLst>
          </p:cNvPr>
          <p:cNvSpPr/>
          <p:nvPr/>
        </p:nvSpPr>
        <p:spPr>
          <a:xfrm>
            <a:off x="9145258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84D352-B2A6-5E39-DD5F-1C75D732BDB1}"/>
              </a:ext>
            </a:extLst>
          </p:cNvPr>
          <p:cNvSpPr/>
          <p:nvPr/>
        </p:nvSpPr>
        <p:spPr>
          <a:xfrm>
            <a:off x="4174022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9D0C5B-CD6F-D3B3-7CEE-DEE7BB066DC0}"/>
              </a:ext>
            </a:extLst>
          </p:cNvPr>
          <p:cNvSpPr/>
          <p:nvPr/>
        </p:nvSpPr>
        <p:spPr>
          <a:xfrm>
            <a:off x="3767233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49F42B-3E1F-897D-E985-59A956B30D7D}"/>
              </a:ext>
            </a:extLst>
          </p:cNvPr>
          <p:cNvSpPr/>
          <p:nvPr/>
        </p:nvSpPr>
        <p:spPr>
          <a:xfrm>
            <a:off x="6659640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AFC35E-A02A-CDE5-123B-212DBDDDA704}"/>
              </a:ext>
            </a:extLst>
          </p:cNvPr>
          <p:cNvSpPr/>
          <p:nvPr/>
        </p:nvSpPr>
        <p:spPr>
          <a:xfrm>
            <a:off x="8738469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D4278D-0CD8-AAD6-62E6-3659439AEF1A}"/>
              </a:ext>
            </a:extLst>
          </p:cNvPr>
          <p:cNvSpPr/>
          <p:nvPr/>
        </p:nvSpPr>
        <p:spPr>
          <a:xfrm>
            <a:off x="2524424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98F900-7685-91E2-80E7-2257D49AC19E}"/>
              </a:ext>
            </a:extLst>
          </p:cNvPr>
          <p:cNvSpPr/>
          <p:nvPr/>
        </p:nvSpPr>
        <p:spPr>
          <a:xfrm>
            <a:off x="4580811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60B525-B84D-5E14-C9CA-E613A1B3996F}"/>
              </a:ext>
            </a:extLst>
          </p:cNvPr>
          <p:cNvSpPr/>
          <p:nvPr/>
        </p:nvSpPr>
        <p:spPr>
          <a:xfrm>
            <a:off x="5416831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70474A-8557-A3CB-81E4-47160359B38B}"/>
              </a:ext>
            </a:extLst>
          </p:cNvPr>
          <p:cNvSpPr/>
          <p:nvPr/>
        </p:nvSpPr>
        <p:spPr>
          <a:xfrm>
            <a:off x="8309238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1AA5AF-6E7C-7066-ECAE-DB8810416926}"/>
              </a:ext>
            </a:extLst>
          </p:cNvPr>
          <p:cNvSpPr/>
          <p:nvPr/>
        </p:nvSpPr>
        <p:spPr>
          <a:xfrm>
            <a:off x="5846062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sz="5400" b="0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62C0B1-A749-057A-AB7F-5D314A958F5C}"/>
              </a:ext>
            </a:extLst>
          </p:cNvPr>
          <p:cNvSpPr/>
          <p:nvPr/>
        </p:nvSpPr>
        <p:spPr>
          <a:xfrm>
            <a:off x="7066429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sz="5400" b="0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EE0C3-3562-C3AC-23B9-736CDBCB1DAB}"/>
              </a:ext>
            </a:extLst>
          </p:cNvPr>
          <p:cNvSpPr/>
          <p:nvPr/>
        </p:nvSpPr>
        <p:spPr>
          <a:xfrm>
            <a:off x="7880007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F799FA-AEAE-1F35-FE7B-CF459870FC8A}"/>
              </a:ext>
            </a:extLst>
          </p:cNvPr>
          <p:cNvSpPr/>
          <p:nvPr/>
        </p:nvSpPr>
        <p:spPr>
          <a:xfrm>
            <a:off x="2117635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85FC1B0-48C3-FA1F-CC64-0B4FD9F8E9BC}"/>
              </a:ext>
            </a:extLst>
          </p:cNvPr>
          <p:cNvSpPr/>
          <p:nvPr/>
        </p:nvSpPr>
        <p:spPr>
          <a:xfrm>
            <a:off x="9552047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04E4831-9312-05A9-CAFD-820064F93AFA}"/>
              </a:ext>
            </a:extLst>
          </p:cNvPr>
          <p:cNvSpPr/>
          <p:nvPr/>
        </p:nvSpPr>
        <p:spPr>
          <a:xfrm>
            <a:off x="9958827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3FE8C55-2E4B-3494-700B-4985A159E5D0}"/>
              </a:ext>
            </a:extLst>
          </p:cNvPr>
          <p:cNvSpPr/>
          <p:nvPr/>
        </p:nvSpPr>
        <p:spPr>
          <a:xfrm>
            <a:off x="1794387" y="5329824"/>
            <a:ext cx="1246340" cy="6388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8B97268-E4C8-8536-9329-C8661EFDBCFC}"/>
              </a:ext>
            </a:extLst>
          </p:cNvPr>
          <p:cNvSpPr/>
          <p:nvPr/>
        </p:nvSpPr>
        <p:spPr>
          <a:xfrm>
            <a:off x="2128856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4446BD1-A197-42CD-E5F6-4DD4BB40E9C7}"/>
              </a:ext>
            </a:extLst>
          </p:cNvPr>
          <p:cNvSpPr/>
          <p:nvPr/>
        </p:nvSpPr>
        <p:spPr>
          <a:xfrm>
            <a:off x="3349223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D9480DD-F49A-A4C4-F71A-7F0ECDD3B8A9}"/>
              </a:ext>
            </a:extLst>
          </p:cNvPr>
          <p:cNvSpPr/>
          <p:nvPr/>
        </p:nvSpPr>
        <p:spPr>
          <a:xfrm>
            <a:off x="4603253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D123799-79B6-3F28-607A-DB06BA8B5797}"/>
              </a:ext>
            </a:extLst>
          </p:cNvPr>
          <p:cNvSpPr/>
          <p:nvPr/>
        </p:nvSpPr>
        <p:spPr>
          <a:xfrm>
            <a:off x="5829760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30B0A95-1159-5F6D-370F-D27E14D4D0EF}"/>
              </a:ext>
            </a:extLst>
          </p:cNvPr>
          <p:cNvSpPr/>
          <p:nvPr/>
        </p:nvSpPr>
        <p:spPr>
          <a:xfrm>
            <a:off x="7065207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92D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F0B8ED6-B3F4-FC63-6554-4CF5B53495BA}"/>
              </a:ext>
            </a:extLst>
          </p:cNvPr>
          <p:cNvSpPr/>
          <p:nvPr/>
        </p:nvSpPr>
        <p:spPr>
          <a:xfrm>
            <a:off x="8313318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09155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1.11111E-6 L 0.10221 0.00023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221 0.00023 L 0.20455 0.00023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455 0.00023 L 0.30651 0.00023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9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500"/>
                            </p:stCondLst>
                            <p:childTnLst>
                              <p:par>
                                <p:cTn id="34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651 0.00023 L 0.40898 0.00023 " pathEditMode="relative" rAng="0" ptsTypes="AA">
                                      <p:cBhvr>
                                        <p:cTn id="3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000"/>
                            </p:stCondLst>
                            <p:childTnLst>
                              <p:par>
                                <p:cTn id="41" presetID="42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0898 0.00023 L 0.51172 0.00023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3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8500"/>
                            </p:stCondLst>
                            <p:childTnLst>
                              <p:par>
                                <p:cTn id="48" presetID="42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1172 0.00023 L 0.61341 0.00023 " pathEditMode="relative" rAng="0" ptsTypes="AA">
                                      <p:cBhvr>
                                        <p:cTn id="4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7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6" grpId="1" animBg="1"/>
      <p:bldP spid="56" grpId="2" animBg="1"/>
      <p:bldP spid="56" grpId="3" animBg="1"/>
      <p:bldP spid="56" grpId="4" animBg="1"/>
      <p:bldP spid="56" grpId="5" animBg="1"/>
      <p:bldP spid="56" grpId="6" animBg="1"/>
      <p:bldP spid="59" grpId="0"/>
      <p:bldP spid="60" grpId="0"/>
      <p:bldP spid="61" grpId="0"/>
      <p:bldP spid="62" grpId="0"/>
      <p:bldP spid="63" grpId="0"/>
      <p:bldP spid="6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C9D0C5B-CD6F-D3B3-7CEE-DEE7BB066DC0}"/>
              </a:ext>
            </a:extLst>
          </p:cNvPr>
          <p:cNvSpPr/>
          <p:nvPr/>
        </p:nvSpPr>
        <p:spPr>
          <a:xfrm>
            <a:off x="3767233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AEF751-3D4B-7230-2C50-2B8CA72A2895}"/>
              </a:ext>
            </a:extLst>
          </p:cNvPr>
          <p:cNvSpPr/>
          <p:nvPr/>
        </p:nvSpPr>
        <p:spPr>
          <a:xfrm>
            <a:off x="3732348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4C9615-5FE5-16E6-EAAC-9A89EEB9C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Synonymous SNV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881412-61C9-CB7D-1059-B2C8A2A52360}"/>
              </a:ext>
            </a:extLst>
          </p:cNvPr>
          <p:cNvSpPr/>
          <p:nvPr/>
        </p:nvSpPr>
        <p:spPr>
          <a:xfrm>
            <a:off x="1710846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E9A2D2-7819-D43F-197A-D2B118A3741C}"/>
              </a:ext>
            </a:extLst>
          </p:cNvPr>
          <p:cNvSpPr/>
          <p:nvPr/>
        </p:nvSpPr>
        <p:spPr>
          <a:xfrm>
            <a:off x="2953655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B066D2-EF14-A71B-273F-0593F7D99B81}"/>
              </a:ext>
            </a:extLst>
          </p:cNvPr>
          <p:cNvSpPr/>
          <p:nvPr/>
        </p:nvSpPr>
        <p:spPr>
          <a:xfrm>
            <a:off x="3360444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124F0D-7060-CE2C-F38F-656CD173701E}"/>
              </a:ext>
            </a:extLst>
          </p:cNvPr>
          <p:cNvSpPr/>
          <p:nvPr/>
        </p:nvSpPr>
        <p:spPr>
          <a:xfrm>
            <a:off x="5010042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DD039E-355E-978F-3EC2-05CBE31F5929}"/>
              </a:ext>
            </a:extLst>
          </p:cNvPr>
          <p:cNvSpPr/>
          <p:nvPr/>
        </p:nvSpPr>
        <p:spPr>
          <a:xfrm>
            <a:off x="6252851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F63361-C9FA-FC59-AA11-0377634B8C8A}"/>
              </a:ext>
            </a:extLst>
          </p:cNvPr>
          <p:cNvSpPr/>
          <p:nvPr/>
        </p:nvSpPr>
        <p:spPr>
          <a:xfrm>
            <a:off x="7473218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07E13C-FCDF-52AB-AE5A-B0A0299B2682}"/>
              </a:ext>
            </a:extLst>
          </p:cNvPr>
          <p:cNvSpPr/>
          <p:nvPr/>
        </p:nvSpPr>
        <p:spPr>
          <a:xfrm>
            <a:off x="9145258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84D352-B2A6-5E39-DD5F-1C75D732BDB1}"/>
              </a:ext>
            </a:extLst>
          </p:cNvPr>
          <p:cNvSpPr/>
          <p:nvPr/>
        </p:nvSpPr>
        <p:spPr>
          <a:xfrm>
            <a:off x="4174022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49F42B-3E1F-897D-E985-59A956B30D7D}"/>
              </a:ext>
            </a:extLst>
          </p:cNvPr>
          <p:cNvSpPr/>
          <p:nvPr/>
        </p:nvSpPr>
        <p:spPr>
          <a:xfrm>
            <a:off x="6659640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AFC35E-A02A-CDE5-123B-212DBDDDA704}"/>
              </a:ext>
            </a:extLst>
          </p:cNvPr>
          <p:cNvSpPr/>
          <p:nvPr/>
        </p:nvSpPr>
        <p:spPr>
          <a:xfrm>
            <a:off x="8738469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D4278D-0CD8-AAD6-62E6-3659439AEF1A}"/>
              </a:ext>
            </a:extLst>
          </p:cNvPr>
          <p:cNvSpPr/>
          <p:nvPr/>
        </p:nvSpPr>
        <p:spPr>
          <a:xfrm>
            <a:off x="2524424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98F900-7685-91E2-80E7-2257D49AC19E}"/>
              </a:ext>
            </a:extLst>
          </p:cNvPr>
          <p:cNvSpPr/>
          <p:nvPr/>
        </p:nvSpPr>
        <p:spPr>
          <a:xfrm>
            <a:off x="4580811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60B525-B84D-5E14-C9CA-E613A1B3996F}"/>
              </a:ext>
            </a:extLst>
          </p:cNvPr>
          <p:cNvSpPr/>
          <p:nvPr/>
        </p:nvSpPr>
        <p:spPr>
          <a:xfrm>
            <a:off x="5416831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70474A-8557-A3CB-81E4-47160359B38B}"/>
              </a:ext>
            </a:extLst>
          </p:cNvPr>
          <p:cNvSpPr/>
          <p:nvPr/>
        </p:nvSpPr>
        <p:spPr>
          <a:xfrm>
            <a:off x="8309238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1AA5AF-6E7C-7066-ECAE-DB8810416926}"/>
              </a:ext>
            </a:extLst>
          </p:cNvPr>
          <p:cNvSpPr/>
          <p:nvPr/>
        </p:nvSpPr>
        <p:spPr>
          <a:xfrm>
            <a:off x="5846062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sz="5400" b="0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62C0B1-A749-057A-AB7F-5D314A958F5C}"/>
              </a:ext>
            </a:extLst>
          </p:cNvPr>
          <p:cNvSpPr/>
          <p:nvPr/>
        </p:nvSpPr>
        <p:spPr>
          <a:xfrm>
            <a:off x="7066429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sz="5400" b="0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EE0C3-3562-C3AC-23B9-736CDBCB1DAB}"/>
              </a:ext>
            </a:extLst>
          </p:cNvPr>
          <p:cNvSpPr/>
          <p:nvPr/>
        </p:nvSpPr>
        <p:spPr>
          <a:xfrm>
            <a:off x="7880007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F799FA-AEAE-1F35-FE7B-CF459870FC8A}"/>
              </a:ext>
            </a:extLst>
          </p:cNvPr>
          <p:cNvSpPr/>
          <p:nvPr/>
        </p:nvSpPr>
        <p:spPr>
          <a:xfrm>
            <a:off x="2117635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85FC1B0-48C3-FA1F-CC64-0B4FD9F8E9BC}"/>
              </a:ext>
            </a:extLst>
          </p:cNvPr>
          <p:cNvSpPr/>
          <p:nvPr/>
        </p:nvSpPr>
        <p:spPr>
          <a:xfrm>
            <a:off x="9552047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04E4831-9312-05A9-CAFD-820064F93AFA}"/>
              </a:ext>
            </a:extLst>
          </p:cNvPr>
          <p:cNvSpPr/>
          <p:nvPr/>
        </p:nvSpPr>
        <p:spPr>
          <a:xfrm>
            <a:off x="9958827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3FE8C55-2E4B-3494-700B-4985A159E5D0}"/>
              </a:ext>
            </a:extLst>
          </p:cNvPr>
          <p:cNvSpPr/>
          <p:nvPr/>
        </p:nvSpPr>
        <p:spPr>
          <a:xfrm>
            <a:off x="1794387" y="5329824"/>
            <a:ext cx="1246340" cy="6388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8B97268-E4C8-8536-9329-C8661EFDBCFC}"/>
              </a:ext>
            </a:extLst>
          </p:cNvPr>
          <p:cNvSpPr/>
          <p:nvPr/>
        </p:nvSpPr>
        <p:spPr>
          <a:xfrm>
            <a:off x="2128856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4446BD1-A197-42CD-E5F6-4DD4BB40E9C7}"/>
              </a:ext>
            </a:extLst>
          </p:cNvPr>
          <p:cNvSpPr/>
          <p:nvPr/>
        </p:nvSpPr>
        <p:spPr>
          <a:xfrm>
            <a:off x="3349223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D9480DD-F49A-A4C4-F71A-7F0ECDD3B8A9}"/>
              </a:ext>
            </a:extLst>
          </p:cNvPr>
          <p:cNvSpPr/>
          <p:nvPr/>
        </p:nvSpPr>
        <p:spPr>
          <a:xfrm>
            <a:off x="4603253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D123799-79B6-3F28-607A-DB06BA8B5797}"/>
              </a:ext>
            </a:extLst>
          </p:cNvPr>
          <p:cNvSpPr/>
          <p:nvPr/>
        </p:nvSpPr>
        <p:spPr>
          <a:xfrm>
            <a:off x="5829760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30B0A95-1159-5F6D-370F-D27E14D4D0EF}"/>
              </a:ext>
            </a:extLst>
          </p:cNvPr>
          <p:cNvSpPr/>
          <p:nvPr/>
        </p:nvSpPr>
        <p:spPr>
          <a:xfrm>
            <a:off x="7065207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92D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F0B8ED6-B3F4-FC63-6554-4CF5B53495BA}"/>
              </a:ext>
            </a:extLst>
          </p:cNvPr>
          <p:cNvSpPr/>
          <p:nvPr/>
        </p:nvSpPr>
        <p:spPr>
          <a:xfrm>
            <a:off x="8313318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4FF04F2-74A4-D1DB-F6C3-A565247B2639}"/>
              </a:ext>
            </a:extLst>
          </p:cNvPr>
          <p:cNvGrpSpPr/>
          <p:nvPr/>
        </p:nvGrpSpPr>
        <p:grpSpPr>
          <a:xfrm>
            <a:off x="2128856" y="3086587"/>
            <a:ext cx="6784306" cy="923330"/>
            <a:chOff x="2128856" y="3086587"/>
            <a:chExt cx="6784306" cy="92333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71CA40C-1F15-AF5E-621A-427A8603CCB7}"/>
                </a:ext>
              </a:extLst>
            </p:cNvPr>
            <p:cNvSpPr/>
            <p:nvPr/>
          </p:nvSpPr>
          <p:spPr>
            <a:xfrm>
              <a:off x="2128856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M</a:t>
              </a:r>
              <a:endPara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2A19326-8438-B69E-34AA-26CEEB08B616}"/>
                </a:ext>
              </a:extLst>
            </p:cNvPr>
            <p:cNvSpPr/>
            <p:nvPr/>
          </p:nvSpPr>
          <p:spPr>
            <a:xfrm>
              <a:off x="3349223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2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A4A6F39-DB7A-FC59-2052-C827C4C12133}"/>
                </a:ext>
              </a:extLst>
            </p:cNvPr>
            <p:cNvSpPr/>
            <p:nvPr/>
          </p:nvSpPr>
          <p:spPr>
            <a:xfrm>
              <a:off x="4603253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4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7E7BBBB-18B3-8D90-2D0D-E437AEC6ED80}"/>
                </a:ext>
              </a:extLst>
            </p:cNvPr>
            <p:cNvSpPr/>
            <p:nvPr/>
          </p:nvSpPr>
          <p:spPr>
            <a:xfrm>
              <a:off x="5829760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1B949E1-D7E8-44A0-98E1-9DC53CDEB39F}"/>
                </a:ext>
              </a:extLst>
            </p:cNvPr>
            <p:cNvSpPr/>
            <p:nvPr/>
          </p:nvSpPr>
          <p:spPr>
            <a:xfrm>
              <a:off x="7065207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rgbClr val="92D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BD872F5-12ED-774C-D02D-22FDAF916A56}"/>
                </a:ext>
              </a:extLst>
            </p:cNvPr>
            <p:cNvSpPr/>
            <p:nvPr/>
          </p:nvSpPr>
          <p:spPr>
            <a:xfrm>
              <a:off x="8313318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5883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1.11111E-6 L 0.10221 0.00023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221 0.00023 L 0.20455 0.00023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455 0.00023 L 0.30651 0.00023 " pathEditMode="relative" rAng="0" ptsTypes="AA">
                                      <p:cBhvr>
                                        <p:cTn id="3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9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500"/>
                            </p:stCondLst>
                            <p:childTnLst>
                              <p:par>
                                <p:cTn id="43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651 0.00023 L 0.40898 0.00023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7000"/>
                            </p:stCondLst>
                            <p:childTnLst>
                              <p:par>
                                <p:cTn id="50" presetID="42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0898 0.00023 L 0.51172 0.00023 " pathEditMode="relative" rAng="0" ptsTypes="AA">
                                      <p:cBhvr>
                                        <p:cTn id="5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3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8500"/>
                            </p:stCondLst>
                            <p:childTnLst>
                              <p:par>
                                <p:cTn id="57" presetID="42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1172 0.00023 L 0.61341 0.00023 " pathEditMode="relative" rAng="0" ptsTypes="AA">
                                      <p:cBhvr>
                                        <p:cTn id="5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7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" grpId="0"/>
      <p:bldP spid="56" grpId="0" animBg="1"/>
      <p:bldP spid="56" grpId="1" animBg="1"/>
      <p:bldP spid="56" grpId="2" animBg="1"/>
      <p:bldP spid="56" grpId="3" animBg="1"/>
      <p:bldP spid="56" grpId="4" animBg="1"/>
      <p:bldP spid="56" grpId="5" animBg="1"/>
      <p:bldP spid="56" grpId="6" animBg="1"/>
      <p:bldP spid="59" grpId="0"/>
      <p:bldP spid="60" grpId="0"/>
      <p:bldP spid="61" grpId="0"/>
      <p:bldP spid="62" grpId="0"/>
      <p:bldP spid="63" grpId="0"/>
      <p:bldP spid="6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C9D0C5B-CD6F-D3B3-7CEE-DEE7BB066DC0}"/>
              </a:ext>
            </a:extLst>
          </p:cNvPr>
          <p:cNvSpPr/>
          <p:nvPr/>
        </p:nvSpPr>
        <p:spPr>
          <a:xfrm>
            <a:off x="3767233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4C9615-5FE5-16E6-EAAC-9A89EEB9C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Non-Synonymous SNV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881412-61C9-CB7D-1059-B2C8A2A52360}"/>
              </a:ext>
            </a:extLst>
          </p:cNvPr>
          <p:cNvSpPr/>
          <p:nvPr/>
        </p:nvSpPr>
        <p:spPr>
          <a:xfrm>
            <a:off x="1710846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E9A2D2-7819-D43F-197A-D2B118A3741C}"/>
              </a:ext>
            </a:extLst>
          </p:cNvPr>
          <p:cNvSpPr/>
          <p:nvPr/>
        </p:nvSpPr>
        <p:spPr>
          <a:xfrm>
            <a:off x="2953655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B066D2-EF14-A71B-273F-0593F7D99B81}"/>
              </a:ext>
            </a:extLst>
          </p:cNvPr>
          <p:cNvSpPr/>
          <p:nvPr/>
        </p:nvSpPr>
        <p:spPr>
          <a:xfrm>
            <a:off x="3360444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124F0D-7060-CE2C-F38F-656CD173701E}"/>
              </a:ext>
            </a:extLst>
          </p:cNvPr>
          <p:cNvSpPr/>
          <p:nvPr/>
        </p:nvSpPr>
        <p:spPr>
          <a:xfrm>
            <a:off x="5010042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DD039E-355E-978F-3EC2-05CBE31F5929}"/>
              </a:ext>
            </a:extLst>
          </p:cNvPr>
          <p:cNvSpPr/>
          <p:nvPr/>
        </p:nvSpPr>
        <p:spPr>
          <a:xfrm>
            <a:off x="6252851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F63361-C9FA-FC59-AA11-0377634B8C8A}"/>
              </a:ext>
            </a:extLst>
          </p:cNvPr>
          <p:cNvSpPr/>
          <p:nvPr/>
        </p:nvSpPr>
        <p:spPr>
          <a:xfrm>
            <a:off x="7473218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07E13C-FCDF-52AB-AE5A-B0A0299B2682}"/>
              </a:ext>
            </a:extLst>
          </p:cNvPr>
          <p:cNvSpPr/>
          <p:nvPr/>
        </p:nvSpPr>
        <p:spPr>
          <a:xfrm>
            <a:off x="9145258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84D352-B2A6-5E39-DD5F-1C75D732BDB1}"/>
              </a:ext>
            </a:extLst>
          </p:cNvPr>
          <p:cNvSpPr/>
          <p:nvPr/>
        </p:nvSpPr>
        <p:spPr>
          <a:xfrm>
            <a:off x="4174022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49F42B-3E1F-897D-E985-59A956B30D7D}"/>
              </a:ext>
            </a:extLst>
          </p:cNvPr>
          <p:cNvSpPr/>
          <p:nvPr/>
        </p:nvSpPr>
        <p:spPr>
          <a:xfrm>
            <a:off x="6659640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AFC35E-A02A-CDE5-123B-212DBDDDA704}"/>
              </a:ext>
            </a:extLst>
          </p:cNvPr>
          <p:cNvSpPr/>
          <p:nvPr/>
        </p:nvSpPr>
        <p:spPr>
          <a:xfrm>
            <a:off x="8738469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D4278D-0CD8-AAD6-62E6-3659439AEF1A}"/>
              </a:ext>
            </a:extLst>
          </p:cNvPr>
          <p:cNvSpPr/>
          <p:nvPr/>
        </p:nvSpPr>
        <p:spPr>
          <a:xfrm>
            <a:off x="2524424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98F900-7685-91E2-80E7-2257D49AC19E}"/>
              </a:ext>
            </a:extLst>
          </p:cNvPr>
          <p:cNvSpPr/>
          <p:nvPr/>
        </p:nvSpPr>
        <p:spPr>
          <a:xfrm>
            <a:off x="4580811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60B525-B84D-5E14-C9CA-E613A1B3996F}"/>
              </a:ext>
            </a:extLst>
          </p:cNvPr>
          <p:cNvSpPr/>
          <p:nvPr/>
        </p:nvSpPr>
        <p:spPr>
          <a:xfrm>
            <a:off x="5416831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70474A-8557-A3CB-81E4-47160359B38B}"/>
              </a:ext>
            </a:extLst>
          </p:cNvPr>
          <p:cNvSpPr/>
          <p:nvPr/>
        </p:nvSpPr>
        <p:spPr>
          <a:xfrm>
            <a:off x="8309238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1AA5AF-6E7C-7066-ECAE-DB8810416926}"/>
              </a:ext>
            </a:extLst>
          </p:cNvPr>
          <p:cNvSpPr/>
          <p:nvPr/>
        </p:nvSpPr>
        <p:spPr>
          <a:xfrm>
            <a:off x="5846062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sz="5400" b="0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62C0B1-A749-057A-AB7F-5D314A958F5C}"/>
              </a:ext>
            </a:extLst>
          </p:cNvPr>
          <p:cNvSpPr/>
          <p:nvPr/>
        </p:nvSpPr>
        <p:spPr>
          <a:xfrm>
            <a:off x="7066429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sz="5400" b="0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EE0C3-3562-C3AC-23B9-736CDBCB1DAB}"/>
              </a:ext>
            </a:extLst>
          </p:cNvPr>
          <p:cNvSpPr/>
          <p:nvPr/>
        </p:nvSpPr>
        <p:spPr>
          <a:xfrm>
            <a:off x="7880007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F799FA-AEAE-1F35-FE7B-CF459870FC8A}"/>
              </a:ext>
            </a:extLst>
          </p:cNvPr>
          <p:cNvSpPr/>
          <p:nvPr/>
        </p:nvSpPr>
        <p:spPr>
          <a:xfrm>
            <a:off x="2117635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85FC1B0-48C3-FA1F-CC64-0B4FD9F8E9BC}"/>
              </a:ext>
            </a:extLst>
          </p:cNvPr>
          <p:cNvSpPr/>
          <p:nvPr/>
        </p:nvSpPr>
        <p:spPr>
          <a:xfrm>
            <a:off x="9552047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04E4831-9312-05A9-CAFD-820064F93AFA}"/>
              </a:ext>
            </a:extLst>
          </p:cNvPr>
          <p:cNvSpPr/>
          <p:nvPr/>
        </p:nvSpPr>
        <p:spPr>
          <a:xfrm>
            <a:off x="9958827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3FE8C55-2E4B-3494-700B-4985A159E5D0}"/>
              </a:ext>
            </a:extLst>
          </p:cNvPr>
          <p:cNvSpPr/>
          <p:nvPr/>
        </p:nvSpPr>
        <p:spPr>
          <a:xfrm>
            <a:off x="1794387" y="5329824"/>
            <a:ext cx="1246340" cy="6388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8B97268-E4C8-8536-9329-C8661EFDBCFC}"/>
              </a:ext>
            </a:extLst>
          </p:cNvPr>
          <p:cNvSpPr/>
          <p:nvPr/>
        </p:nvSpPr>
        <p:spPr>
          <a:xfrm>
            <a:off x="2128856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4446BD1-A197-42CD-E5F6-4DD4BB40E9C7}"/>
              </a:ext>
            </a:extLst>
          </p:cNvPr>
          <p:cNvSpPr/>
          <p:nvPr/>
        </p:nvSpPr>
        <p:spPr>
          <a:xfrm>
            <a:off x="3349223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endParaRPr lang="en-US" sz="5400" b="0" cap="none" spc="0" dirty="0">
              <a:ln w="0"/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D9480DD-F49A-A4C4-F71A-7F0ECDD3B8A9}"/>
              </a:ext>
            </a:extLst>
          </p:cNvPr>
          <p:cNvSpPr/>
          <p:nvPr/>
        </p:nvSpPr>
        <p:spPr>
          <a:xfrm>
            <a:off x="4603253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D123799-79B6-3F28-607A-DB06BA8B5797}"/>
              </a:ext>
            </a:extLst>
          </p:cNvPr>
          <p:cNvSpPr/>
          <p:nvPr/>
        </p:nvSpPr>
        <p:spPr>
          <a:xfrm>
            <a:off x="5829760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30B0A95-1159-5F6D-370F-D27E14D4D0EF}"/>
              </a:ext>
            </a:extLst>
          </p:cNvPr>
          <p:cNvSpPr/>
          <p:nvPr/>
        </p:nvSpPr>
        <p:spPr>
          <a:xfrm>
            <a:off x="7065207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92D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F0B8ED6-B3F4-FC63-6554-4CF5B53495BA}"/>
              </a:ext>
            </a:extLst>
          </p:cNvPr>
          <p:cNvSpPr/>
          <p:nvPr/>
        </p:nvSpPr>
        <p:spPr>
          <a:xfrm>
            <a:off x="8313318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4FF04F2-74A4-D1DB-F6C3-A565247B2639}"/>
              </a:ext>
            </a:extLst>
          </p:cNvPr>
          <p:cNvGrpSpPr/>
          <p:nvPr/>
        </p:nvGrpSpPr>
        <p:grpSpPr>
          <a:xfrm>
            <a:off x="2128856" y="3086587"/>
            <a:ext cx="6784306" cy="923330"/>
            <a:chOff x="2128856" y="3086587"/>
            <a:chExt cx="6784306" cy="92333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71CA40C-1F15-AF5E-621A-427A8603CCB7}"/>
                </a:ext>
              </a:extLst>
            </p:cNvPr>
            <p:cNvSpPr/>
            <p:nvPr/>
          </p:nvSpPr>
          <p:spPr>
            <a:xfrm>
              <a:off x="2128856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M</a:t>
              </a:r>
              <a:endPara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2A19326-8438-B69E-34AA-26CEEB08B616}"/>
                </a:ext>
              </a:extLst>
            </p:cNvPr>
            <p:cNvSpPr/>
            <p:nvPr/>
          </p:nvSpPr>
          <p:spPr>
            <a:xfrm>
              <a:off x="3349223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2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A4A6F39-DB7A-FC59-2052-C827C4C12133}"/>
                </a:ext>
              </a:extLst>
            </p:cNvPr>
            <p:cNvSpPr/>
            <p:nvPr/>
          </p:nvSpPr>
          <p:spPr>
            <a:xfrm>
              <a:off x="4603253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4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7E7BBBB-18B3-8D90-2D0D-E437AEC6ED80}"/>
                </a:ext>
              </a:extLst>
            </p:cNvPr>
            <p:cNvSpPr/>
            <p:nvPr/>
          </p:nvSpPr>
          <p:spPr>
            <a:xfrm>
              <a:off x="5829760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1B949E1-D7E8-44A0-98E1-9DC53CDEB39F}"/>
                </a:ext>
              </a:extLst>
            </p:cNvPr>
            <p:cNvSpPr/>
            <p:nvPr/>
          </p:nvSpPr>
          <p:spPr>
            <a:xfrm>
              <a:off x="7065207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rgbClr val="92D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BD872F5-12ED-774C-D02D-22FDAF916A56}"/>
                </a:ext>
              </a:extLst>
            </p:cNvPr>
            <p:cNvSpPr/>
            <p:nvPr/>
          </p:nvSpPr>
          <p:spPr>
            <a:xfrm>
              <a:off x="8313318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D09FD99E-AE24-8CF7-9E07-A11B838A8DA6}"/>
              </a:ext>
            </a:extLst>
          </p:cNvPr>
          <p:cNvSpPr/>
          <p:nvPr/>
        </p:nvSpPr>
        <p:spPr>
          <a:xfrm>
            <a:off x="3761931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342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1.11111E-6 L 0.10221 0.00023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221 0.00023 L 0.20455 0.00023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455 0.00023 L 0.30651 0.00023 " pathEditMode="relative" rAng="0" ptsTypes="AA">
                                      <p:cBhvr>
                                        <p:cTn id="3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9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500"/>
                            </p:stCondLst>
                            <p:childTnLst>
                              <p:par>
                                <p:cTn id="43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651 0.00023 L 0.40898 0.00023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7000"/>
                            </p:stCondLst>
                            <p:childTnLst>
                              <p:par>
                                <p:cTn id="50" presetID="42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0898 0.00023 L 0.51172 0.00023 " pathEditMode="relative" rAng="0" ptsTypes="AA">
                                      <p:cBhvr>
                                        <p:cTn id="5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3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8500"/>
                            </p:stCondLst>
                            <p:childTnLst>
                              <p:par>
                                <p:cTn id="57" presetID="42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1172 0.00023 L 0.61341 0.00023 " pathEditMode="relative" rAng="0" ptsTypes="AA">
                                      <p:cBhvr>
                                        <p:cTn id="5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7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56" grpId="0" animBg="1"/>
      <p:bldP spid="56" grpId="1" animBg="1"/>
      <p:bldP spid="56" grpId="2" animBg="1"/>
      <p:bldP spid="56" grpId="3" animBg="1"/>
      <p:bldP spid="56" grpId="4" animBg="1"/>
      <p:bldP spid="56" grpId="5" animBg="1"/>
      <p:bldP spid="56" grpId="6" animBg="1"/>
      <p:bldP spid="59" grpId="0"/>
      <p:bldP spid="60" grpId="0"/>
      <p:bldP spid="61" grpId="0"/>
      <p:bldP spid="62" grpId="0"/>
      <p:bldP spid="63" grpId="0"/>
      <p:bldP spid="64" grpId="0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C9D0C5B-CD6F-D3B3-7CEE-DEE7BB066DC0}"/>
              </a:ext>
            </a:extLst>
          </p:cNvPr>
          <p:cNvSpPr/>
          <p:nvPr/>
        </p:nvSpPr>
        <p:spPr>
          <a:xfrm>
            <a:off x="3767233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4C9615-5FE5-16E6-EAAC-9A89EEB9C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Non-frameshift deletion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881412-61C9-CB7D-1059-B2C8A2A52360}"/>
              </a:ext>
            </a:extLst>
          </p:cNvPr>
          <p:cNvSpPr/>
          <p:nvPr/>
        </p:nvSpPr>
        <p:spPr>
          <a:xfrm>
            <a:off x="1710846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E9A2D2-7819-D43F-197A-D2B118A3741C}"/>
              </a:ext>
            </a:extLst>
          </p:cNvPr>
          <p:cNvSpPr/>
          <p:nvPr/>
        </p:nvSpPr>
        <p:spPr>
          <a:xfrm>
            <a:off x="2953655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B066D2-EF14-A71B-273F-0593F7D99B81}"/>
              </a:ext>
            </a:extLst>
          </p:cNvPr>
          <p:cNvSpPr/>
          <p:nvPr/>
        </p:nvSpPr>
        <p:spPr>
          <a:xfrm>
            <a:off x="3360444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D4278D-0CD8-AAD6-62E6-3659439AEF1A}"/>
              </a:ext>
            </a:extLst>
          </p:cNvPr>
          <p:cNvSpPr/>
          <p:nvPr/>
        </p:nvSpPr>
        <p:spPr>
          <a:xfrm>
            <a:off x="2524424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F799FA-AEAE-1F35-FE7B-CF459870FC8A}"/>
              </a:ext>
            </a:extLst>
          </p:cNvPr>
          <p:cNvSpPr/>
          <p:nvPr/>
        </p:nvSpPr>
        <p:spPr>
          <a:xfrm>
            <a:off x="2117635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BB1FAC9-0640-F8A3-DD95-6CD0F1038AAF}"/>
              </a:ext>
            </a:extLst>
          </p:cNvPr>
          <p:cNvGrpSpPr/>
          <p:nvPr/>
        </p:nvGrpSpPr>
        <p:grpSpPr>
          <a:xfrm>
            <a:off x="4174022" y="5199649"/>
            <a:ext cx="6407091" cy="923330"/>
            <a:chOff x="4174022" y="5199649"/>
            <a:chExt cx="6407091" cy="92333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F124F0D-7060-CE2C-F38F-656CD173701E}"/>
                </a:ext>
              </a:extLst>
            </p:cNvPr>
            <p:cNvSpPr/>
            <p:nvPr/>
          </p:nvSpPr>
          <p:spPr>
            <a:xfrm>
              <a:off x="5010042" y="519964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9DD039E-355E-978F-3EC2-05CBE31F5929}"/>
                </a:ext>
              </a:extLst>
            </p:cNvPr>
            <p:cNvSpPr/>
            <p:nvPr/>
          </p:nvSpPr>
          <p:spPr>
            <a:xfrm>
              <a:off x="6252851" y="519964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5F63361-C9FA-FC59-AA11-0377634B8C8A}"/>
                </a:ext>
              </a:extLst>
            </p:cNvPr>
            <p:cNvSpPr/>
            <p:nvPr/>
          </p:nvSpPr>
          <p:spPr>
            <a:xfrm>
              <a:off x="7473218" y="519964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407E13C-FCDF-52AB-AE5A-B0A0299B2682}"/>
                </a:ext>
              </a:extLst>
            </p:cNvPr>
            <p:cNvSpPr/>
            <p:nvPr/>
          </p:nvSpPr>
          <p:spPr>
            <a:xfrm>
              <a:off x="9145258" y="519964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784D352-B2A6-5E39-DD5F-1C75D732BDB1}"/>
                </a:ext>
              </a:extLst>
            </p:cNvPr>
            <p:cNvSpPr/>
            <p:nvPr/>
          </p:nvSpPr>
          <p:spPr>
            <a:xfrm>
              <a:off x="4174022" y="519964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49F42B-3E1F-897D-E985-59A956B30D7D}"/>
                </a:ext>
              </a:extLst>
            </p:cNvPr>
            <p:cNvSpPr/>
            <p:nvPr/>
          </p:nvSpPr>
          <p:spPr>
            <a:xfrm>
              <a:off x="6659640" y="519964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8AFC35E-A02A-CDE5-123B-212DBDDDA704}"/>
                </a:ext>
              </a:extLst>
            </p:cNvPr>
            <p:cNvSpPr/>
            <p:nvPr/>
          </p:nvSpPr>
          <p:spPr>
            <a:xfrm>
              <a:off x="8738469" y="519964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998F900-7685-91E2-80E7-2257D49AC19E}"/>
                </a:ext>
              </a:extLst>
            </p:cNvPr>
            <p:cNvSpPr/>
            <p:nvPr/>
          </p:nvSpPr>
          <p:spPr>
            <a:xfrm>
              <a:off x="4580811" y="5199649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F60B525-B84D-5E14-C9CA-E613A1B3996F}"/>
                </a:ext>
              </a:extLst>
            </p:cNvPr>
            <p:cNvSpPr/>
            <p:nvPr/>
          </p:nvSpPr>
          <p:spPr>
            <a:xfrm>
              <a:off x="5416831" y="5199649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470474A-8557-A3CB-81E4-47160359B38B}"/>
                </a:ext>
              </a:extLst>
            </p:cNvPr>
            <p:cNvSpPr/>
            <p:nvPr/>
          </p:nvSpPr>
          <p:spPr>
            <a:xfrm>
              <a:off x="8309238" y="5199649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71AA5AF-6E7C-7066-ECAE-DB8810416926}"/>
                </a:ext>
              </a:extLst>
            </p:cNvPr>
            <p:cNvSpPr/>
            <p:nvPr/>
          </p:nvSpPr>
          <p:spPr>
            <a:xfrm>
              <a:off x="5846062" y="519964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E62C0B1-A749-057A-AB7F-5D314A958F5C}"/>
                </a:ext>
              </a:extLst>
            </p:cNvPr>
            <p:cNvSpPr/>
            <p:nvPr/>
          </p:nvSpPr>
          <p:spPr>
            <a:xfrm>
              <a:off x="7066429" y="519964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66EE0C3-3562-C3AC-23B9-736CDBCB1DAB}"/>
                </a:ext>
              </a:extLst>
            </p:cNvPr>
            <p:cNvSpPr/>
            <p:nvPr/>
          </p:nvSpPr>
          <p:spPr>
            <a:xfrm>
              <a:off x="7880007" y="5199649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85FC1B0-48C3-FA1F-CC64-0B4FD9F8E9BC}"/>
                </a:ext>
              </a:extLst>
            </p:cNvPr>
            <p:cNvSpPr/>
            <p:nvPr/>
          </p:nvSpPr>
          <p:spPr>
            <a:xfrm>
              <a:off x="9552047" y="519964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04E4831-9312-05A9-CAFD-820064F93AFA}"/>
                </a:ext>
              </a:extLst>
            </p:cNvPr>
            <p:cNvSpPr/>
            <p:nvPr/>
          </p:nvSpPr>
          <p:spPr>
            <a:xfrm>
              <a:off x="9958827" y="5199649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33FE8C55-2E4B-3494-700B-4985A159E5D0}"/>
              </a:ext>
            </a:extLst>
          </p:cNvPr>
          <p:cNvSpPr/>
          <p:nvPr/>
        </p:nvSpPr>
        <p:spPr>
          <a:xfrm>
            <a:off x="1794387" y="5329824"/>
            <a:ext cx="1246340" cy="6388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8B97268-E4C8-8536-9329-C8661EFDBCFC}"/>
              </a:ext>
            </a:extLst>
          </p:cNvPr>
          <p:cNvSpPr/>
          <p:nvPr/>
        </p:nvSpPr>
        <p:spPr>
          <a:xfrm>
            <a:off x="2128856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D9480DD-F49A-A4C4-F71A-7F0ECDD3B8A9}"/>
              </a:ext>
            </a:extLst>
          </p:cNvPr>
          <p:cNvSpPr/>
          <p:nvPr/>
        </p:nvSpPr>
        <p:spPr>
          <a:xfrm>
            <a:off x="3371377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D123799-79B6-3F28-607A-DB06BA8B5797}"/>
              </a:ext>
            </a:extLst>
          </p:cNvPr>
          <p:cNvSpPr/>
          <p:nvPr/>
        </p:nvSpPr>
        <p:spPr>
          <a:xfrm>
            <a:off x="4597884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30B0A95-1159-5F6D-370F-D27E14D4D0EF}"/>
              </a:ext>
            </a:extLst>
          </p:cNvPr>
          <p:cNvSpPr/>
          <p:nvPr/>
        </p:nvSpPr>
        <p:spPr>
          <a:xfrm>
            <a:off x="5833331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92D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F0B8ED6-B3F4-FC63-6554-4CF5B53495BA}"/>
              </a:ext>
            </a:extLst>
          </p:cNvPr>
          <p:cNvSpPr/>
          <p:nvPr/>
        </p:nvSpPr>
        <p:spPr>
          <a:xfrm>
            <a:off x="7081442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4FF04F2-74A4-D1DB-F6C3-A565247B2639}"/>
              </a:ext>
            </a:extLst>
          </p:cNvPr>
          <p:cNvGrpSpPr/>
          <p:nvPr/>
        </p:nvGrpSpPr>
        <p:grpSpPr>
          <a:xfrm>
            <a:off x="2128856" y="3086587"/>
            <a:ext cx="6784306" cy="923330"/>
            <a:chOff x="2128856" y="3086587"/>
            <a:chExt cx="6784306" cy="92333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71CA40C-1F15-AF5E-621A-427A8603CCB7}"/>
                </a:ext>
              </a:extLst>
            </p:cNvPr>
            <p:cNvSpPr/>
            <p:nvPr/>
          </p:nvSpPr>
          <p:spPr>
            <a:xfrm>
              <a:off x="2128856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M</a:t>
              </a:r>
              <a:endPara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2A19326-8438-B69E-34AA-26CEEB08B616}"/>
                </a:ext>
              </a:extLst>
            </p:cNvPr>
            <p:cNvSpPr/>
            <p:nvPr/>
          </p:nvSpPr>
          <p:spPr>
            <a:xfrm>
              <a:off x="3349223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2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A4A6F39-DB7A-FC59-2052-C827C4C12133}"/>
                </a:ext>
              </a:extLst>
            </p:cNvPr>
            <p:cNvSpPr/>
            <p:nvPr/>
          </p:nvSpPr>
          <p:spPr>
            <a:xfrm>
              <a:off x="4603253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4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7E7BBBB-18B3-8D90-2D0D-E437AEC6ED80}"/>
                </a:ext>
              </a:extLst>
            </p:cNvPr>
            <p:cNvSpPr/>
            <p:nvPr/>
          </p:nvSpPr>
          <p:spPr>
            <a:xfrm>
              <a:off x="5829760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1B949E1-D7E8-44A0-98E1-9DC53CDEB39F}"/>
                </a:ext>
              </a:extLst>
            </p:cNvPr>
            <p:cNvSpPr/>
            <p:nvPr/>
          </p:nvSpPr>
          <p:spPr>
            <a:xfrm>
              <a:off x="7065207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rgbClr val="92D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BD872F5-12ED-774C-D02D-22FDAF916A56}"/>
                </a:ext>
              </a:extLst>
            </p:cNvPr>
            <p:cNvSpPr/>
            <p:nvPr/>
          </p:nvSpPr>
          <p:spPr>
            <a:xfrm>
              <a:off x="8313318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0927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2.96296E-6 L -0.10039 -0.00162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26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1.11111E-6 L 0.10221 0.00023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221 0.00023 L 0.20455 0.00023 " pathEditMode="relative" rAng="0" ptsTypes="AA">
                                      <p:cBhvr>
                                        <p:cTn id="3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455 0.00023 L 0.30651 0.00023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9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0"/>
                            </p:stCondLst>
                            <p:childTnLst>
                              <p:par>
                                <p:cTn id="48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651 0.00023 L 0.40898 0.00023 " pathEditMode="relative" rAng="0" ptsTypes="AA">
                                      <p:cBhvr>
                                        <p:cTn id="4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000"/>
                            </p:stCondLst>
                            <p:childTnLst>
                              <p:par>
                                <p:cTn id="55" presetID="42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0898 0.00023 L 0.51172 0.00023 " pathEditMode="relative" rAng="0" ptsTypes="AA">
                                      <p:cBhvr>
                                        <p:cTn id="5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3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9" grpId="0"/>
      <p:bldP spid="10" grpId="0"/>
      <p:bldP spid="56" grpId="0" animBg="1"/>
      <p:bldP spid="56" grpId="1" animBg="1"/>
      <p:bldP spid="56" grpId="2" animBg="1"/>
      <p:bldP spid="56" grpId="3" animBg="1"/>
      <p:bldP spid="56" grpId="4" animBg="1"/>
      <p:bldP spid="56" grpId="5" animBg="1"/>
      <p:bldP spid="59" grpId="0"/>
      <p:bldP spid="61" grpId="0"/>
      <p:bldP spid="62" grpId="0"/>
      <p:bldP spid="63" grpId="0"/>
      <p:bldP spid="6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C9D0C5B-CD6F-D3B3-7CEE-DEE7BB066DC0}"/>
              </a:ext>
            </a:extLst>
          </p:cNvPr>
          <p:cNvSpPr/>
          <p:nvPr/>
        </p:nvSpPr>
        <p:spPr>
          <a:xfrm>
            <a:off x="3767233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4C9615-5FE5-16E6-EAAC-9A89EEB9C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Non-frameshift insertion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881412-61C9-CB7D-1059-B2C8A2A52360}"/>
              </a:ext>
            </a:extLst>
          </p:cNvPr>
          <p:cNvSpPr/>
          <p:nvPr/>
        </p:nvSpPr>
        <p:spPr>
          <a:xfrm>
            <a:off x="1710846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E9A2D2-7819-D43F-197A-D2B118A3741C}"/>
              </a:ext>
            </a:extLst>
          </p:cNvPr>
          <p:cNvSpPr/>
          <p:nvPr/>
        </p:nvSpPr>
        <p:spPr>
          <a:xfrm>
            <a:off x="2953655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B066D2-EF14-A71B-273F-0593F7D99B81}"/>
              </a:ext>
            </a:extLst>
          </p:cNvPr>
          <p:cNvSpPr/>
          <p:nvPr/>
        </p:nvSpPr>
        <p:spPr>
          <a:xfrm>
            <a:off x="3360444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D4278D-0CD8-AAD6-62E6-3659439AEF1A}"/>
              </a:ext>
            </a:extLst>
          </p:cNvPr>
          <p:cNvSpPr/>
          <p:nvPr/>
        </p:nvSpPr>
        <p:spPr>
          <a:xfrm>
            <a:off x="2524424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F799FA-AEAE-1F35-FE7B-CF459870FC8A}"/>
              </a:ext>
            </a:extLst>
          </p:cNvPr>
          <p:cNvSpPr/>
          <p:nvPr/>
        </p:nvSpPr>
        <p:spPr>
          <a:xfrm>
            <a:off x="2117635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869216A-17C0-0502-CA34-2B81688193E2}"/>
              </a:ext>
            </a:extLst>
          </p:cNvPr>
          <p:cNvGrpSpPr/>
          <p:nvPr/>
        </p:nvGrpSpPr>
        <p:grpSpPr>
          <a:xfrm>
            <a:off x="4174022" y="5199649"/>
            <a:ext cx="6407091" cy="923330"/>
            <a:chOff x="4174022" y="5199649"/>
            <a:chExt cx="6407091" cy="92333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F124F0D-7060-CE2C-F38F-656CD173701E}"/>
                </a:ext>
              </a:extLst>
            </p:cNvPr>
            <p:cNvSpPr/>
            <p:nvPr/>
          </p:nvSpPr>
          <p:spPr>
            <a:xfrm>
              <a:off x="5010042" y="519964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9DD039E-355E-978F-3EC2-05CBE31F5929}"/>
                </a:ext>
              </a:extLst>
            </p:cNvPr>
            <p:cNvSpPr/>
            <p:nvPr/>
          </p:nvSpPr>
          <p:spPr>
            <a:xfrm>
              <a:off x="6252851" y="519964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5F63361-C9FA-FC59-AA11-0377634B8C8A}"/>
                </a:ext>
              </a:extLst>
            </p:cNvPr>
            <p:cNvSpPr/>
            <p:nvPr/>
          </p:nvSpPr>
          <p:spPr>
            <a:xfrm>
              <a:off x="7473218" y="519964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407E13C-FCDF-52AB-AE5A-B0A0299B2682}"/>
                </a:ext>
              </a:extLst>
            </p:cNvPr>
            <p:cNvSpPr/>
            <p:nvPr/>
          </p:nvSpPr>
          <p:spPr>
            <a:xfrm>
              <a:off x="9145258" y="519964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784D352-B2A6-5E39-DD5F-1C75D732BDB1}"/>
                </a:ext>
              </a:extLst>
            </p:cNvPr>
            <p:cNvSpPr/>
            <p:nvPr/>
          </p:nvSpPr>
          <p:spPr>
            <a:xfrm>
              <a:off x="4174022" y="519964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49F42B-3E1F-897D-E985-59A956B30D7D}"/>
                </a:ext>
              </a:extLst>
            </p:cNvPr>
            <p:cNvSpPr/>
            <p:nvPr/>
          </p:nvSpPr>
          <p:spPr>
            <a:xfrm>
              <a:off x="6659640" y="519964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8AFC35E-A02A-CDE5-123B-212DBDDDA704}"/>
                </a:ext>
              </a:extLst>
            </p:cNvPr>
            <p:cNvSpPr/>
            <p:nvPr/>
          </p:nvSpPr>
          <p:spPr>
            <a:xfrm>
              <a:off x="8738469" y="519964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998F900-7685-91E2-80E7-2257D49AC19E}"/>
                </a:ext>
              </a:extLst>
            </p:cNvPr>
            <p:cNvSpPr/>
            <p:nvPr/>
          </p:nvSpPr>
          <p:spPr>
            <a:xfrm>
              <a:off x="4580811" y="5199649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F60B525-B84D-5E14-C9CA-E613A1B3996F}"/>
                </a:ext>
              </a:extLst>
            </p:cNvPr>
            <p:cNvSpPr/>
            <p:nvPr/>
          </p:nvSpPr>
          <p:spPr>
            <a:xfrm>
              <a:off x="5416831" y="5199649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470474A-8557-A3CB-81E4-47160359B38B}"/>
                </a:ext>
              </a:extLst>
            </p:cNvPr>
            <p:cNvSpPr/>
            <p:nvPr/>
          </p:nvSpPr>
          <p:spPr>
            <a:xfrm>
              <a:off x="8309238" y="5199649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71AA5AF-6E7C-7066-ECAE-DB8810416926}"/>
                </a:ext>
              </a:extLst>
            </p:cNvPr>
            <p:cNvSpPr/>
            <p:nvPr/>
          </p:nvSpPr>
          <p:spPr>
            <a:xfrm>
              <a:off x="5846062" y="519964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E62C0B1-A749-057A-AB7F-5D314A958F5C}"/>
                </a:ext>
              </a:extLst>
            </p:cNvPr>
            <p:cNvSpPr/>
            <p:nvPr/>
          </p:nvSpPr>
          <p:spPr>
            <a:xfrm>
              <a:off x="7066429" y="519964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66EE0C3-3562-C3AC-23B9-736CDBCB1DAB}"/>
                </a:ext>
              </a:extLst>
            </p:cNvPr>
            <p:cNvSpPr/>
            <p:nvPr/>
          </p:nvSpPr>
          <p:spPr>
            <a:xfrm>
              <a:off x="7880007" y="5199649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85FC1B0-48C3-FA1F-CC64-0B4FD9F8E9BC}"/>
                </a:ext>
              </a:extLst>
            </p:cNvPr>
            <p:cNvSpPr/>
            <p:nvPr/>
          </p:nvSpPr>
          <p:spPr>
            <a:xfrm>
              <a:off x="9552047" y="519964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04E4831-9312-05A9-CAFD-820064F93AFA}"/>
                </a:ext>
              </a:extLst>
            </p:cNvPr>
            <p:cNvSpPr/>
            <p:nvPr/>
          </p:nvSpPr>
          <p:spPr>
            <a:xfrm>
              <a:off x="9958827" y="5199649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33FE8C55-2E4B-3494-700B-4985A159E5D0}"/>
              </a:ext>
            </a:extLst>
          </p:cNvPr>
          <p:cNvSpPr/>
          <p:nvPr/>
        </p:nvSpPr>
        <p:spPr>
          <a:xfrm>
            <a:off x="1794387" y="5329824"/>
            <a:ext cx="1246340" cy="6388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8B97268-E4C8-8536-9329-C8661EFDBCFC}"/>
              </a:ext>
            </a:extLst>
          </p:cNvPr>
          <p:cNvSpPr/>
          <p:nvPr/>
        </p:nvSpPr>
        <p:spPr>
          <a:xfrm>
            <a:off x="2128856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4446BD1-A197-42CD-E5F6-4DD4BB40E9C7}"/>
              </a:ext>
            </a:extLst>
          </p:cNvPr>
          <p:cNvSpPr/>
          <p:nvPr/>
        </p:nvSpPr>
        <p:spPr>
          <a:xfrm>
            <a:off x="3349223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D9480DD-F49A-A4C4-F71A-7F0ECDD3B8A9}"/>
              </a:ext>
            </a:extLst>
          </p:cNvPr>
          <p:cNvSpPr/>
          <p:nvPr/>
        </p:nvSpPr>
        <p:spPr>
          <a:xfrm>
            <a:off x="5852963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D123799-79B6-3F28-607A-DB06BA8B5797}"/>
              </a:ext>
            </a:extLst>
          </p:cNvPr>
          <p:cNvSpPr/>
          <p:nvPr/>
        </p:nvSpPr>
        <p:spPr>
          <a:xfrm>
            <a:off x="7079470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30B0A95-1159-5F6D-370F-D27E14D4D0EF}"/>
              </a:ext>
            </a:extLst>
          </p:cNvPr>
          <p:cNvSpPr/>
          <p:nvPr/>
        </p:nvSpPr>
        <p:spPr>
          <a:xfrm>
            <a:off x="8314917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92D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F0B8ED6-B3F4-FC63-6554-4CF5B53495BA}"/>
              </a:ext>
            </a:extLst>
          </p:cNvPr>
          <p:cNvSpPr/>
          <p:nvPr/>
        </p:nvSpPr>
        <p:spPr>
          <a:xfrm>
            <a:off x="9563028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4FF04F2-74A4-D1DB-F6C3-A565247B2639}"/>
              </a:ext>
            </a:extLst>
          </p:cNvPr>
          <p:cNvGrpSpPr/>
          <p:nvPr/>
        </p:nvGrpSpPr>
        <p:grpSpPr>
          <a:xfrm>
            <a:off x="2128856" y="3086587"/>
            <a:ext cx="6784306" cy="923330"/>
            <a:chOff x="2128856" y="3086587"/>
            <a:chExt cx="6784306" cy="92333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71CA40C-1F15-AF5E-621A-427A8603CCB7}"/>
                </a:ext>
              </a:extLst>
            </p:cNvPr>
            <p:cNvSpPr/>
            <p:nvPr/>
          </p:nvSpPr>
          <p:spPr>
            <a:xfrm>
              <a:off x="2128856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M</a:t>
              </a:r>
              <a:endPara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2A19326-8438-B69E-34AA-26CEEB08B616}"/>
                </a:ext>
              </a:extLst>
            </p:cNvPr>
            <p:cNvSpPr/>
            <p:nvPr/>
          </p:nvSpPr>
          <p:spPr>
            <a:xfrm>
              <a:off x="3349223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2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A4A6F39-DB7A-FC59-2052-C827C4C12133}"/>
                </a:ext>
              </a:extLst>
            </p:cNvPr>
            <p:cNvSpPr/>
            <p:nvPr/>
          </p:nvSpPr>
          <p:spPr>
            <a:xfrm>
              <a:off x="4603253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4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7E7BBBB-18B3-8D90-2D0D-E437AEC6ED80}"/>
                </a:ext>
              </a:extLst>
            </p:cNvPr>
            <p:cNvSpPr/>
            <p:nvPr/>
          </p:nvSpPr>
          <p:spPr>
            <a:xfrm>
              <a:off x="5829760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1B949E1-D7E8-44A0-98E1-9DC53CDEB39F}"/>
                </a:ext>
              </a:extLst>
            </p:cNvPr>
            <p:cNvSpPr/>
            <p:nvPr/>
          </p:nvSpPr>
          <p:spPr>
            <a:xfrm>
              <a:off x="7065207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rgbClr val="92D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BD872F5-12ED-774C-D02D-22FDAF916A56}"/>
                </a:ext>
              </a:extLst>
            </p:cNvPr>
            <p:cNvSpPr/>
            <p:nvPr/>
          </p:nvSpPr>
          <p:spPr>
            <a:xfrm>
              <a:off x="8313318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D2D158ED-D1D3-E69A-365A-89C8002ECF8D}"/>
              </a:ext>
            </a:extLst>
          </p:cNvPr>
          <p:cNvSpPr/>
          <p:nvPr/>
        </p:nvSpPr>
        <p:spPr>
          <a:xfrm>
            <a:off x="4993740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F96293C-9B3E-94C6-CC5C-4FF0A21BDEA7}"/>
              </a:ext>
            </a:extLst>
          </p:cNvPr>
          <p:cNvSpPr/>
          <p:nvPr/>
        </p:nvSpPr>
        <p:spPr>
          <a:xfrm>
            <a:off x="4180162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BE61153-D1DA-8BB3-E4EE-6AEDCF2D0688}"/>
              </a:ext>
            </a:extLst>
          </p:cNvPr>
          <p:cNvSpPr/>
          <p:nvPr/>
        </p:nvSpPr>
        <p:spPr>
          <a:xfrm>
            <a:off x="4586951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E372581-A0DA-3331-B6A2-1E9AC4BA8EBF}"/>
              </a:ext>
            </a:extLst>
          </p:cNvPr>
          <p:cNvSpPr/>
          <p:nvPr/>
        </p:nvSpPr>
        <p:spPr>
          <a:xfrm>
            <a:off x="4602662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394693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2.96296E-6 L 0.10482 -0.0016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17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1.11111E-6 L 0.10221 0.00023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221 0.00023 L 0.20455 0.00023 " pathEditMode="relative" rAng="0" ptsTypes="AA">
                                      <p:cBhvr>
                                        <p:cTn id="3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455 0.00023 L 0.30651 0.00023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9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0"/>
                            </p:stCondLst>
                            <p:childTnLst>
                              <p:par>
                                <p:cTn id="48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651 0.00023 L 0.40898 0.00023 " pathEditMode="relative" rAng="0" ptsTypes="AA">
                                      <p:cBhvr>
                                        <p:cTn id="4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000"/>
                            </p:stCondLst>
                            <p:childTnLst>
                              <p:par>
                                <p:cTn id="55" presetID="42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0898 0.00023 L 0.51172 0.00023 " pathEditMode="relative" rAng="0" ptsTypes="AA">
                                      <p:cBhvr>
                                        <p:cTn id="5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3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80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8500"/>
                            </p:stCondLst>
                            <p:childTnLst>
                              <p:par>
                                <p:cTn id="62" presetID="42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1172 0.00023 L 0.61341 0.00023 " pathEditMode="relative" rAng="0" ptsTypes="AA">
                                      <p:cBhvr>
                                        <p:cTn id="6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7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9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0"/>
                            </p:stCondLst>
                            <p:childTnLst>
                              <p:par>
                                <p:cTn id="69" presetID="42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1341 0.00024 L 0.71549 0.0007 " pathEditMode="relative" rAng="0" ptsTypes="AA">
                                      <p:cBhvr>
                                        <p:cTn id="7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4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6" grpId="1" animBg="1"/>
      <p:bldP spid="56" grpId="2" animBg="1"/>
      <p:bldP spid="56" grpId="3" animBg="1"/>
      <p:bldP spid="56" grpId="4" animBg="1"/>
      <p:bldP spid="56" grpId="5" animBg="1"/>
      <p:bldP spid="56" grpId="6" animBg="1"/>
      <p:bldP spid="56" grpId="7" animBg="1"/>
      <p:bldP spid="59" grpId="0"/>
      <p:bldP spid="60" grpId="0"/>
      <p:bldP spid="61" grpId="0"/>
      <p:bldP spid="62" grpId="0"/>
      <p:bldP spid="63" grpId="0"/>
      <p:bldP spid="64" grpId="0"/>
      <p:bldP spid="30" grpId="0"/>
      <p:bldP spid="31" grpId="0"/>
      <p:bldP spid="32" grpId="0"/>
      <p:bldP spid="3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C9615-5FE5-16E6-EAAC-9A89EEB9C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Frameshift deletion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881412-61C9-CB7D-1059-B2C8A2A52360}"/>
              </a:ext>
            </a:extLst>
          </p:cNvPr>
          <p:cNvSpPr/>
          <p:nvPr/>
        </p:nvSpPr>
        <p:spPr>
          <a:xfrm>
            <a:off x="1710846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E9A2D2-7819-D43F-197A-D2B118A3741C}"/>
              </a:ext>
            </a:extLst>
          </p:cNvPr>
          <p:cNvSpPr/>
          <p:nvPr/>
        </p:nvSpPr>
        <p:spPr>
          <a:xfrm>
            <a:off x="2953655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B066D2-EF14-A71B-273F-0593F7D99B81}"/>
              </a:ext>
            </a:extLst>
          </p:cNvPr>
          <p:cNvSpPr/>
          <p:nvPr/>
        </p:nvSpPr>
        <p:spPr>
          <a:xfrm>
            <a:off x="3360444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D4278D-0CD8-AAD6-62E6-3659439AEF1A}"/>
              </a:ext>
            </a:extLst>
          </p:cNvPr>
          <p:cNvSpPr/>
          <p:nvPr/>
        </p:nvSpPr>
        <p:spPr>
          <a:xfrm>
            <a:off x="2524424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F799FA-AEAE-1F35-FE7B-CF459870FC8A}"/>
              </a:ext>
            </a:extLst>
          </p:cNvPr>
          <p:cNvSpPr/>
          <p:nvPr/>
        </p:nvSpPr>
        <p:spPr>
          <a:xfrm>
            <a:off x="2117635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5B5875C-78C4-D2B1-AE43-CD9D385AF675}"/>
              </a:ext>
            </a:extLst>
          </p:cNvPr>
          <p:cNvGrpSpPr/>
          <p:nvPr/>
        </p:nvGrpSpPr>
        <p:grpSpPr>
          <a:xfrm>
            <a:off x="3767233" y="5199649"/>
            <a:ext cx="6813880" cy="923330"/>
            <a:chOff x="3767233" y="5199649"/>
            <a:chExt cx="6813880" cy="92333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C9D0C5B-CD6F-D3B3-7CEE-DEE7BB066DC0}"/>
                </a:ext>
              </a:extLst>
            </p:cNvPr>
            <p:cNvSpPr/>
            <p:nvPr/>
          </p:nvSpPr>
          <p:spPr>
            <a:xfrm>
              <a:off x="3767233" y="519964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F124F0D-7060-CE2C-F38F-656CD173701E}"/>
                </a:ext>
              </a:extLst>
            </p:cNvPr>
            <p:cNvSpPr/>
            <p:nvPr/>
          </p:nvSpPr>
          <p:spPr>
            <a:xfrm>
              <a:off x="5010042" y="519964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9DD039E-355E-978F-3EC2-05CBE31F5929}"/>
                </a:ext>
              </a:extLst>
            </p:cNvPr>
            <p:cNvSpPr/>
            <p:nvPr/>
          </p:nvSpPr>
          <p:spPr>
            <a:xfrm>
              <a:off x="6252851" y="519964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5F63361-C9FA-FC59-AA11-0377634B8C8A}"/>
                </a:ext>
              </a:extLst>
            </p:cNvPr>
            <p:cNvSpPr/>
            <p:nvPr/>
          </p:nvSpPr>
          <p:spPr>
            <a:xfrm>
              <a:off x="7473218" y="519964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407E13C-FCDF-52AB-AE5A-B0A0299B2682}"/>
                </a:ext>
              </a:extLst>
            </p:cNvPr>
            <p:cNvSpPr/>
            <p:nvPr/>
          </p:nvSpPr>
          <p:spPr>
            <a:xfrm>
              <a:off x="9145258" y="519964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784D352-B2A6-5E39-DD5F-1C75D732BDB1}"/>
                </a:ext>
              </a:extLst>
            </p:cNvPr>
            <p:cNvSpPr/>
            <p:nvPr/>
          </p:nvSpPr>
          <p:spPr>
            <a:xfrm>
              <a:off x="4174022" y="519964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49F42B-3E1F-897D-E985-59A956B30D7D}"/>
                </a:ext>
              </a:extLst>
            </p:cNvPr>
            <p:cNvSpPr/>
            <p:nvPr/>
          </p:nvSpPr>
          <p:spPr>
            <a:xfrm>
              <a:off x="6659640" y="519964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8AFC35E-A02A-CDE5-123B-212DBDDDA704}"/>
                </a:ext>
              </a:extLst>
            </p:cNvPr>
            <p:cNvSpPr/>
            <p:nvPr/>
          </p:nvSpPr>
          <p:spPr>
            <a:xfrm>
              <a:off x="8738469" y="519964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998F900-7685-91E2-80E7-2257D49AC19E}"/>
                </a:ext>
              </a:extLst>
            </p:cNvPr>
            <p:cNvSpPr/>
            <p:nvPr/>
          </p:nvSpPr>
          <p:spPr>
            <a:xfrm>
              <a:off x="4580811" y="5199649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F60B525-B84D-5E14-C9CA-E613A1B3996F}"/>
                </a:ext>
              </a:extLst>
            </p:cNvPr>
            <p:cNvSpPr/>
            <p:nvPr/>
          </p:nvSpPr>
          <p:spPr>
            <a:xfrm>
              <a:off x="5416831" y="5199649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470474A-8557-A3CB-81E4-47160359B38B}"/>
                </a:ext>
              </a:extLst>
            </p:cNvPr>
            <p:cNvSpPr/>
            <p:nvPr/>
          </p:nvSpPr>
          <p:spPr>
            <a:xfrm>
              <a:off x="8309238" y="5199649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71AA5AF-6E7C-7066-ECAE-DB8810416926}"/>
                </a:ext>
              </a:extLst>
            </p:cNvPr>
            <p:cNvSpPr/>
            <p:nvPr/>
          </p:nvSpPr>
          <p:spPr>
            <a:xfrm>
              <a:off x="5846062" y="519964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E62C0B1-A749-057A-AB7F-5D314A958F5C}"/>
                </a:ext>
              </a:extLst>
            </p:cNvPr>
            <p:cNvSpPr/>
            <p:nvPr/>
          </p:nvSpPr>
          <p:spPr>
            <a:xfrm>
              <a:off x="7066429" y="519964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66EE0C3-3562-C3AC-23B9-736CDBCB1DAB}"/>
                </a:ext>
              </a:extLst>
            </p:cNvPr>
            <p:cNvSpPr/>
            <p:nvPr/>
          </p:nvSpPr>
          <p:spPr>
            <a:xfrm>
              <a:off x="7880007" y="5199649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85FC1B0-48C3-FA1F-CC64-0B4FD9F8E9BC}"/>
                </a:ext>
              </a:extLst>
            </p:cNvPr>
            <p:cNvSpPr/>
            <p:nvPr/>
          </p:nvSpPr>
          <p:spPr>
            <a:xfrm>
              <a:off x="9552047" y="519964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04E4831-9312-05A9-CAFD-820064F93AFA}"/>
                </a:ext>
              </a:extLst>
            </p:cNvPr>
            <p:cNvSpPr/>
            <p:nvPr/>
          </p:nvSpPr>
          <p:spPr>
            <a:xfrm>
              <a:off x="9958827" y="5199649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33FE8C55-2E4B-3494-700B-4985A159E5D0}"/>
              </a:ext>
            </a:extLst>
          </p:cNvPr>
          <p:cNvSpPr/>
          <p:nvPr/>
        </p:nvSpPr>
        <p:spPr>
          <a:xfrm>
            <a:off x="1794387" y="5329824"/>
            <a:ext cx="1246340" cy="6388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8B97268-E4C8-8536-9329-C8661EFDBCFC}"/>
              </a:ext>
            </a:extLst>
          </p:cNvPr>
          <p:cNvSpPr/>
          <p:nvPr/>
        </p:nvSpPr>
        <p:spPr>
          <a:xfrm>
            <a:off x="2128856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D9480DD-F49A-A4C4-F71A-7F0ECDD3B8A9}"/>
              </a:ext>
            </a:extLst>
          </p:cNvPr>
          <p:cNvSpPr/>
          <p:nvPr/>
        </p:nvSpPr>
        <p:spPr>
          <a:xfrm>
            <a:off x="3371377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endParaRPr lang="en-US" sz="5400" b="0" cap="none" spc="0" dirty="0">
              <a:ln w="0"/>
              <a:solidFill>
                <a:schemeClr val="accent4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D123799-79B6-3F28-607A-DB06BA8B5797}"/>
              </a:ext>
            </a:extLst>
          </p:cNvPr>
          <p:cNvSpPr/>
          <p:nvPr/>
        </p:nvSpPr>
        <p:spPr>
          <a:xfrm>
            <a:off x="4597884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sz="5400" b="0" cap="none" spc="0" dirty="0">
              <a:ln w="0"/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30B0A95-1159-5F6D-370F-D27E14D4D0EF}"/>
              </a:ext>
            </a:extLst>
          </p:cNvPr>
          <p:cNvSpPr/>
          <p:nvPr/>
        </p:nvSpPr>
        <p:spPr>
          <a:xfrm>
            <a:off x="5833331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92D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endParaRPr lang="en-US" sz="5400" b="0" cap="none" spc="0" dirty="0">
              <a:ln w="0"/>
              <a:solidFill>
                <a:srgbClr val="92D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F0B8ED6-B3F4-FC63-6554-4CF5B53495BA}"/>
              </a:ext>
            </a:extLst>
          </p:cNvPr>
          <p:cNvSpPr/>
          <p:nvPr/>
        </p:nvSpPr>
        <p:spPr>
          <a:xfrm>
            <a:off x="7081442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endParaRPr lang="en-US" sz="5400" b="0" cap="none" spc="0" dirty="0">
              <a:ln w="0"/>
              <a:solidFill>
                <a:srgbClr val="7030A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4FF04F2-74A4-D1DB-F6C3-A565247B2639}"/>
              </a:ext>
            </a:extLst>
          </p:cNvPr>
          <p:cNvGrpSpPr/>
          <p:nvPr/>
        </p:nvGrpSpPr>
        <p:grpSpPr>
          <a:xfrm>
            <a:off x="2128856" y="3086587"/>
            <a:ext cx="6784306" cy="923330"/>
            <a:chOff x="2128856" y="3086587"/>
            <a:chExt cx="6784306" cy="92333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71CA40C-1F15-AF5E-621A-427A8603CCB7}"/>
                </a:ext>
              </a:extLst>
            </p:cNvPr>
            <p:cNvSpPr/>
            <p:nvPr/>
          </p:nvSpPr>
          <p:spPr>
            <a:xfrm>
              <a:off x="2128856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M</a:t>
              </a:r>
              <a:endPara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2A19326-8438-B69E-34AA-26CEEB08B616}"/>
                </a:ext>
              </a:extLst>
            </p:cNvPr>
            <p:cNvSpPr/>
            <p:nvPr/>
          </p:nvSpPr>
          <p:spPr>
            <a:xfrm>
              <a:off x="3349223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2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A4A6F39-DB7A-FC59-2052-C827C4C12133}"/>
                </a:ext>
              </a:extLst>
            </p:cNvPr>
            <p:cNvSpPr/>
            <p:nvPr/>
          </p:nvSpPr>
          <p:spPr>
            <a:xfrm>
              <a:off x="4603253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4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7E7BBBB-18B3-8D90-2D0D-E437AEC6ED80}"/>
                </a:ext>
              </a:extLst>
            </p:cNvPr>
            <p:cNvSpPr/>
            <p:nvPr/>
          </p:nvSpPr>
          <p:spPr>
            <a:xfrm>
              <a:off x="5829760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1B949E1-D7E8-44A0-98E1-9DC53CDEB39F}"/>
                </a:ext>
              </a:extLst>
            </p:cNvPr>
            <p:cNvSpPr/>
            <p:nvPr/>
          </p:nvSpPr>
          <p:spPr>
            <a:xfrm>
              <a:off x="7065207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rgbClr val="92D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BD872F5-12ED-774C-D02D-22FDAF916A56}"/>
                </a:ext>
              </a:extLst>
            </p:cNvPr>
            <p:cNvSpPr/>
            <p:nvPr/>
          </p:nvSpPr>
          <p:spPr>
            <a:xfrm>
              <a:off x="8313318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DC0AE38E-3B1C-8092-3CED-7AEDF4B1129E}"/>
              </a:ext>
            </a:extLst>
          </p:cNvPr>
          <p:cNvSpPr/>
          <p:nvPr/>
        </p:nvSpPr>
        <p:spPr>
          <a:xfrm>
            <a:off x="8320459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5400" b="0" cap="none" spc="0" dirty="0">
              <a:ln w="0"/>
              <a:solidFill>
                <a:srgbClr val="7030A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18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2.96296E-6 L -0.06601 -0.00115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07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1.11111E-6 L 0.10221 0.00023 " pathEditMode="relative" rAng="0" ptsTypes="AA">
                                      <p:cBhvr>
                                        <p:cTn id="2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221 0.00023 L 0.20455 0.00023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455 0.00023 L 0.30651 0.00023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9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00"/>
                            </p:stCondLst>
                            <p:childTnLst>
                              <p:par>
                                <p:cTn id="45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651 0.00023 L 0.40898 0.00023 " pathEditMode="relative" rAng="0" ptsTypes="AA">
                                      <p:cBhvr>
                                        <p:cTn id="4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000"/>
                            </p:stCondLst>
                            <p:childTnLst>
                              <p:par>
                                <p:cTn id="52" presetID="42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0898 0.00023 L 0.51172 0.00023 " pathEditMode="relative" rAng="0" ptsTypes="AA">
                                      <p:cBhvr>
                                        <p:cTn id="5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3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80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8500"/>
                            </p:stCondLst>
                            <p:childTnLst>
                              <p:par>
                                <p:cTn id="59" presetID="42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1172 0.00023 L 0.61315 -0.00023 " pathEditMode="relative" rAng="0" ptsTypes="AA">
                                      <p:cBhvr>
                                        <p:cTn id="6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65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56" grpId="0" animBg="1"/>
      <p:bldP spid="56" grpId="1" animBg="1"/>
      <p:bldP spid="56" grpId="2" animBg="1"/>
      <p:bldP spid="56" grpId="3" animBg="1"/>
      <p:bldP spid="56" grpId="4" animBg="1"/>
      <p:bldP spid="56" grpId="5" animBg="1"/>
      <p:bldP spid="56" grpId="6" animBg="1"/>
      <p:bldP spid="59" grpId="0"/>
      <p:bldP spid="61" grpId="0"/>
      <p:bldP spid="62" grpId="0"/>
      <p:bldP spid="63" grpId="0"/>
      <p:bldP spid="64" grpId="0"/>
      <p:bldP spid="3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0FC5885-BC99-C4BF-21C1-E2077B68F7D4}"/>
              </a:ext>
            </a:extLst>
          </p:cNvPr>
          <p:cNvSpPr/>
          <p:nvPr/>
        </p:nvSpPr>
        <p:spPr>
          <a:xfrm>
            <a:off x="3363514" y="519653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9D0C5B-CD6F-D3B3-7CEE-DEE7BB066DC0}"/>
              </a:ext>
            </a:extLst>
          </p:cNvPr>
          <p:cNvSpPr/>
          <p:nvPr/>
        </p:nvSpPr>
        <p:spPr>
          <a:xfrm>
            <a:off x="3767233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4C9615-5FE5-16E6-EAAC-9A89EEB9C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Stop gain SNV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881412-61C9-CB7D-1059-B2C8A2A52360}"/>
              </a:ext>
            </a:extLst>
          </p:cNvPr>
          <p:cNvSpPr/>
          <p:nvPr/>
        </p:nvSpPr>
        <p:spPr>
          <a:xfrm>
            <a:off x="1710846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E9A2D2-7819-D43F-197A-D2B118A3741C}"/>
              </a:ext>
            </a:extLst>
          </p:cNvPr>
          <p:cNvSpPr/>
          <p:nvPr/>
        </p:nvSpPr>
        <p:spPr>
          <a:xfrm>
            <a:off x="2953655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B066D2-EF14-A71B-273F-0593F7D99B81}"/>
              </a:ext>
            </a:extLst>
          </p:cNvPr>
          <p:cNvSpPr/>
          <p:nvPr/>
        </p:nvSpPr>
        <p:spPr>
          <a:xfrm>
            <a:off x="3360444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124F0D-7060-CE2C-F38F-656CD173701E}"/>
              </a:ext>
            </a:extLst>
          </p:cNvPr>
          <p:cNvSpPr/>
          <p:nvPr/>
        </p:nvSpPr>
        <p:spPr>
          <a:xfrm>
            <a:off x="5010042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DD039E-355E-978F-3EC2-05CBE31F5929}"/>
              </a:ext>
            </a:extLst>
          </p:cNvPr>
          <p:cNvSpPr/>
          <p:nvPr/>
        </p:nvSpPr>
        <p:spPr>
          <a:xfrm>
            <a:off x="6252851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F63361-C9FA-FC59-AA11-0377634B8C8A}"/>
              </a:ext>
            </a:extLst>
          </p:cNvPr>
          <p:cNvSpPr/>
          <p:nvPr/>
        </p:nvSpPr>
        <p:spPr>
          <a:xfrm>
            <a:off x="7473218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07E13C-FCDF-52AB-AE5A-B0A0299B2682}"/>
              </a:ext>
            </a:extLst>
          </p:cNvPr>
          <p:cNvSpPr/>
          <p:nvPr/>
        </p:nvSpPr>
        <p:spPr>
          <a:xfrm>
            <a:off x="9145258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84D352-B2A6-5E39-DD5F-1C75D732BDB1}"/>
              </a:ext>
            </a:extLst>
          </p:cNvPr>
          <p:cNvSpPr/>
          <p:nvPr/>
        </p:nvSpPr>
        <p:spPr>
          <a:xfrm>
            <a:off x="4174022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49F42B-3E1F-897D-E985-59A956B30D7D}"/>
              </a:ext>
            </a:extLst>
          </p:cNvPr>
          <p:cNvSpPr/>
          <p:nvPr/>
        </p:nvSpPr>
        <p:spPr>
          <a:xfrm>
            <a:off x="6659640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AFC35E-A02A-CDE5-123B-212DBDDDA704}"/>
              </a:ext>
            </a:extLst>
          </p:cNvPr>
          <p:cNvSpPr/>
          <p:nvPr/>
        </p:nvSpPr>
        <p:spPr>
          <a:xfrm>
            <a:off x="8738469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D4278D-0CD8-AAD6-62E6-3659439AEF1A}"/>
              </a:ext>
            </a:extLst>
          </p:cNvPr>
          <p:cNvSpPr/>
          <p:nvPr/>
        </p:nvSpPr>
        <p:spPr>
          <a:xfrm>
            <a:off x="2524424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98F900-7685-91E2-80E7-2257D49AC19E}"/>
              </a:ext>
            </a:extLst>
          </p:cNvPr>
          <p:cNvSpPr/>
          <p:nvPr/>
        </p:nvSpPr>
        <p:spPr>
          <a:xfrm>
            <a:off x="4580811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60B525-B84D-5E14-C9CA-E613A1B3996F}"/>
              </a:ext>
            </a:extLst>
          </p:cNvPr>
          <p:cNvSpPr/>
          <p:nvPr/>
        </p:nvSpPr>
        <p:spPr>
          <a:xfrm>
            <a:off x="5416831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70474A-8557-A3CB-81E4-47160359B38B}"/>
              </a:ext>
            </a:extLst>
          </p:cNvPr>
          <p:cNvSpPr/>
          <p:nvPr/>
        </p:nvSpPr>
        <p:spPr>
          <a:xfrm>
            <a:off x="8309238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1AA5AF-6E7C-7066-ECAE-DB8810416926}"/>
              </a:ext>
            </a:extLst>
          </p:cNvPr>
          <p:cNvSpPr/>
          <p:nvPr/>
        </p:nvSpPr>
        <p:spPr>
          <a:xfrm>
            <a:off x="5846062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sz="5400" b="0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62C0B1-A749-057A-AB7F-5D314A958F5C}"/>
              </a:ext>
            </a:extLst>
          </p:cNvPr>
          <p:cNvSpPr/>
          <p:nvPr/>
        </p:nvSpPr>
        <p:spPr>
          <a:xfrm>
            <a:off x="7066429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sz="5400" b="0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EE0C3-3562-C3AC-23B9-736CDBCB1DAB}"/>
              </a:ext>
            </a:extLst>
          </p:cNvPr>
          <p:cNvSpPr/>
          <p:nvPr/>
        </p:nvSpPr>
        <p:spPr>
          <a:xfrm>
            <a:off x="7880007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F799FA-AEAE-1F35-FE7B-CF459870FC8A}"/>
              </a:ext>
            </a:extLst>
          </p:cNvPr>
          <p:cNvSpPr/>
          <p:nvPr/>
        </p:nvSpPr>
        <p:spPr>
          <a:xfrm>
            <a:off x="2117635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85FC1B0-48C3-FA1F-CC64-0B4FD9F8E9BC}"/>
              </a:ext>
            </a:extLst>
          </p:cNvPr>
          <p:cNvSpPr/>
          <p:nvPr/>
        </p:nvSpPr>
        <p:spPr>
          <a:xfrm>
            <a:off x="9552047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04E4831-9312-05A9-CAFD-820064F93AFA}"/>
              </a:ext>
            </a:extLst>
          </p:cNvPr>
          <p:cNvSpPr/>
          <p:nvPr/>
        </p:nvSpPr>
        <p:spPr>
          <a:xfrm>
            <a:off x="9958827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3FE8C55-2E4B-3494-700B-4985A159E5D0}"/>
              </a:ext>
            </a:extLst>
          </p:cNvPr>
          <p:cNvSpPr/>
          <p:nvPr/>
        </p:nvSpPr>
        <p:spPr>
          <a:xfrm>
            <a:off x="1794387" y="5329824"/>
            <a:ext cx="1246340" cy="6388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8B97268-E4C8-8536-9329-C8661EFDBCFC}"/>
              </a:ext>
            </a:extLst>
          </p:cNvPr>
          <p:cNvSpPr/>
          <p:nvPr/>
        </p:nvSpPr>
        <p:spPr>
          <a:xfrm>
            <a:off x="2128856" y="4406494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4FF04F2-74A4-D1DB-F6C3-A565247B2639}"/>
              </a:ext>
            </a:extLst>
          </p:cNvPr>
          <p:cNvGrpSpPr/>
          <p:nvPr/>
        </p:nvGrpSpPr>
        <p:grpSpPr>
          <a:xfrm>
            <a:off x="2128856" y="3086587"/>
            <a:ext cx="6784306" cy="923330"/>
            <a:chOff x="2128856" y="3086587"/>
            <a:chExt cx="6784306" cy="92333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71CA40C-1F15-AF5E-621A-427A8603CCB7}"/>
                </a:ext>
              </a:extLst>
            </p:cNvPr>
            <p:cNvSpPr/>
            <p:nvPr/>
          </p:nvSpPr>
          <p:spPr>
            <a:xfrm>
              <a:off x="2128856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M</a:t>
              </a:r>
              <a:endPara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2A19326-8438-B69E-34AA-26CEEB08B616}"/>
                </a:ext>
              </a:extLst>
            </p:cNvPr>
            <p:cNvSpPr/>
            <p:nvPr/>
          </p:nvSpPr>
          <p:spPr>
            <a:xfrm>
              <a:off x="3349223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2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A4A6F39-DB7A-FC59-2052-C827C4C12133}"/>
                </a:ext>
              </a:extLst>
            </p:cNvPr>
            <p:cNvSpPr/>
            <p:nvPr/>
          </p:nvSpPr>
          <p:spPr>
            <a:xfrm>
              <a:off x="4603253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4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7E7BBBB-18B3-8D90-2D0D-E437AEC6ED80}"/>
                </a:ext>
              </a:extLst>
            </p:cNvPr>
            <p:cNvSpPr/>
            <p:nvPr/>
          </p:nvSpPr>
          <p:spPr>
            <a:xfrm>
              <a:off x="5829760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1B949E1-D7E8-44A0-98E1-9DC53CDEB39F}"/>
                </a:ext>
              </a:extLst>
            </p:cNvPr>
            <p:cNvSpPr/>
            <p:nvPr/>
          </p:nvSpPr>
          <p:spPr>
            <a:xfrm>
              <a:off x="7065207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rgbClr val="92D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BD872F5-12ED-774C-D02D-22FDAF916A56}"/>
                </a:ext>
              </a:extLst>
            </p:cNvPr>
            <p:cNvSpPr/>
            <p:nvPr/>
          </p:nvSpPr>
          <p:spPr>
            <a:xfrm>
              <a:off x="8313318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840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1.11111E-6 L 0.10221 0.00023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10" grpId="0"/>
      <p:bldP spid="56" grpId="0" animBg="1"/>
      <p:bldP spid="56" grpId="1" animBg="1"/>
      <p:bldP spid="5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C9D0C5B-CD6F-D3B3-7CEE-DEE7BB066DC0}"/>
              </a:ext>
            </a:extLst>
          </p:cNvPr>
          <p:cNvSpPr/>
          <p:nvPr/>
        </p:nvSpPr>
        <p:spPr>
          <a:xfrm>
            <a:off x="3767233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4C9615-5FE5-16E6-EAAC-9A89EEB9C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Start gain SNV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881412-61C9-CB7D-1059-B2C8A2A52360}"/>
              </a:ext>
            </a:extLst>
          </p:cNvPr>
          <p:cNvSpPr/>
          <p:nvPr/>
        </p:nvSpPr>
        <p:spPr>
          <a:xfrm>
            <a:off x="1710846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E9A2D2-7819-D43F-197A-D2B118A3741C}"/>
              </a:ext>
            </a:extLst>
          </p:cNvPr>
          <p:cNvSpPr/>
          <p:nvPr/>
        </p:nvSpPr>
        <p:spPr>
          <a:xfrm>
            <a:off x="2953655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B066D2-EF14-A71B-273F-0593F7D99B81}"/>
              </a:ext>
            </a:extLst>
          </p:cNvPr>
          <p:cNvSpPr/>
          <p:nvPr/>
        </p:nvSpPr>
        <p:spPr>
          <a:xfrm>
            <a:off x="3360444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124F0D-7060-CE2C-F38F-656CD173701E}"/>
              </a:ext>
            </a:extLst>
          </p:cNvPr>
          <p:cNvSpPr/>
          <p:nvPr/>
        </p:nvSpPr>
        <p:spPr>
          <a:xfrm>
            <a:off x="5010042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DD039E-355E-978F-3EC2-05CBE31F5929}"/>
              </a:ext>
            </a:extLst>
          </p:cNvPr>
          <p:cNvSpPr/>
          <p:nvPr/>
        </p:nvSpPr>
        <p:spPr>
          <a:xfrm>
            <a:off x="6252851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F63361-C9FA-FC59-AA11-0377634B8C8A}"/>
              </a:ext>
            </a:extLst>
          </p:cNvPr>
          <p:cNvSpPr/>
          <p:nvPr/>
        </p:nvSpPr>
        <p:spPr>
          <a:xfrm>
            <a:off x="7473218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07E13C-FCDF-52AB-AE5A-B0A0299B2682}"/>
              </a:ext>
            </a:extLst>
          </p:cNvPr>
          <p:cNvSpPr/>
          <p:nvPr/>
        </p:nvSpPr>
        <p:spPr>
          <a:xfrm>
            <a:off x="9145258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84D352-B2A6-5E39-DD5F-1C75D732BDB1}"/>
              </a:ext>
            </a:extLst>
          </p:cNvPr>
          <p:cNvSpPr/>
          <p:nvPr/>
        </p:nvSpPr>
        <p:spPr>
          <a:xfrm>
            <a:off x="4174022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49F42B-3E1F-897D-E985-59A956B30D7D}"/>
              </a:ext>
            </a:extLst>
          </p:cNvPr>
          <p:cNvSpPr/>
          <p:nvPr/>
        </p:nvSpPr>
        <p:spPr>
          <a:xfrm>
            <a:off x="6659640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AFC35E-A02A-CDE5-123B-212DBDDDA704}"/>
              </a:ext>
            </a:extLst>
          </p:cNvPr>
          <p:cNvSpPr/>
          <p:nvPr/>
        </p:nvSpPr>
        <p:spPr>
          <a:xfrm>
            <a:off x="8738469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D4278D-0CD8-AAD6-62E6-3659439AEF1A}"/>
              </a:ext>
            </a:extLst>
          </p:cNvPr>
          <p:cNvSpPr/>
          <p:nvPr/>
        </p:nvSpPr>
        <p:spPr>
          <a:xfrm>
            <a:off x="2524424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98F900-7685-91E2-80E7-2257D49AC19E}"/>
              </a:ext>
            </a:extLst>
          </p:cNvPr>
          <p:cNvSpPr/>
          <p:nvPr/>
        </p:nvSpPr>
        <p:spPr>
          <a:xfrm>
            <a:off x="4580811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60B525-B84D-5E14-C9CA-E613A1B3996F}"/>
              </a:ext>
            </a:extLst>
          </p:cNvPr>
          <p:cNvSpPr/>
          <p:nvPr/>
        </p:nvSpPr>
        <p:spPr>
          <a:xfrm>
            <a:off x="5416831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70474A-8557-A3CB-81E4-47160359B38B}"/>
              </a:ext>
            </a:extLst>
          </p:cNvPr>
          <p:cNvSpPr/>
          <p:nvPr/>
        </p:nvSpPr>
        <p:spPr>
          <a:xfrm>
            <a:off x="8309238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1AA5AF-6E7C-7066-ECAE-DB8810416926}"/>
              </a:ext>
            </a:extLst>
          </p:cNvPr>
          <p:cNvSpPr/>
          <p:nvPr/>
        </p:nvSpPr>
        <p:spPr>
          <a:xfrm>
            <a:off x="5846062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sz="5400" b="0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62C0B1-A749-057A-AB7F-5D314A958F5C}"/>
              </a:ext>
            </a:extLst>
          </p:cNvPr>
          <p:cNvSpPr/>
          <p:nvPr/>
        </p:nvSpPr>
        <p:spPr>
          <a:xfrm>
            <a:off x="7066429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sz="5400" b="0" cap="none" spc="0" dirty="0">
              <a:ln w="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EE0C3-3562-C3AC-23B9-736CDBCB1DAB}"/>
              </a:ext>
            </a:extLst>
          </p:cNvPr>
          <p:cNvSpPr/>
          <p:nvPr/>
        </p:nvSpPr>
        <p:spPr>
          <a:xfrm>
            <a:off x="7880007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F799FA-AEAE-1F35-FE7B-CF459870FC8A}"/>
              </a:ext>
            </a:extLst>
          </p:cNvPr>
          <p:cNvSpPr/>
          <p:nvPr/>
        </p:nvSpPr>
        <p:spPr>
          <a:xfrm>
            <a:off x="2117635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85FC1B0-48C3-FA1F-CC64-0B4FD9F8E9BC}"/>
              </a:ext>
            </a:extLst>
          </p:cNvPr>
          <p:cNvSpPr/>
          <p:nvPr/>
        </p:nvSpPr>
        <p:spPr>
          <a:xfrm>
            <a:off x="9552047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04E4831-9312-05A9-CAFD-820064F93AFA}"/>
              </a:ext>
            </a:extLst>
          </p:cNvPr>
          <p:cNvSpPr/>
          <p:nvPr/>
        </p:nvSpPr>
        <p:spPr>
          <a:xfrm>
            <a:off x="9958827" y="5199649"/>
            <a:ext cx="622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3FE8C55-2E4B-3494-700B-4985A159E5D0}"/>
              </a:ext>
            </a:extLst>
          </p:cNvPr>
          <p:cNvSpPr/>
          <p:nvPr/>
        </p:nvSpPr>
        <p:spPr>
          <a:xfrm>
            <a:off x="3871911" y="5348294"/>
            <a:ext cx="1246340" cy="6388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8B97268-E4C8-8536-9329-C8661EFDBCFC}"/>
              </a:ext>
            </a:extLst>
          </p:cNvPr>
          <p:cNvSpPr/>
          <p:nvPr/>
        </p:nvSpPr>
        <p:spPr>
          <a:xfrm>
            <a:off x="4168000" y="441753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4FF04F2-74A4-D1DB-F6C3-A565247B2639}"/>
              </a:ext>
            </a:extLst>
          </p:cNvPr>
          <p:cNvGrpSpPr/>
          <p:nvPr/>
        </p:nvGrpSpPr>
        <p:grpSpPr>
          <a:xfrm>
            <a:off x="2128856" y="3086587"/>
            <a:ext cx="6784306" cy="923330"/>
            <a:chOff x="2128856" y="3086587"/>
            <a:chExt cx="6784306" cy="92333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71CA40C-1F15-AF5E-621A-427A8603CCB7}"/>
                </a:ext>
              </a:extLst>
            </p:cNvPr>
            <p:cNvSpPr/>
            <p:nvPr/>
          </p:nvSpPr>
          <p:spPr>
            <a:xfrm>
              <a:off x="2128856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M</a:t>
              </a:r>
              <a:endPara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2A19326-8438-B69E-34AA-26CEEB08B616}"/>
                </a:ext>
              </a:extLst>
            </p:cNvPr>
            <p:cNvSpPr/>
            <p:nvPr/>
          </p:nvSpPr>
          <p:spPr>
            <a:xfrm>
              <a:off x="3349223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2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L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A4A6F39-DB7A-FC59-2052-C827C4C12133}"/>
                </a:ext>
              </a:extLst>
            </p:cNvPr>
            <p:cNvSpPr/>
            <p:nvPr/>
          </p:nvSpPr>
          <p:spPr>
            <a:xfrm>
              <a:off x="4603253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4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7E7BBBB-18B3-8D90-2D0D-E437AEC6ED80}"/>
                </a:ext>
              </a:extLst>
            </p:cNvPr>
            <p:cNvSpPr/>
            <p:nvPr/>
          </p:nvSpPr>
          <p:spPr>
            <a:xfrm>
              <a:off x="5829760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1B949E1-D7E8-44A0-98E1-9DC53CDEB39F}"/>
                </a:ext>
              </a:extLst>
            </p:cNvPr>
            <p:cNvSpPr/>
            <p:nvPr/>
          </p:nvSpPr>
          <p:spPr>
            <a:xfrm>
              <a:off x="7065207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rgbClr val="92D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BD872F5-12ED-774C-D02D-22FDAF916A56}"/>
                </a:ext>
              </a:extLst>
            </p:cNvPr>
            <p:cNvSpPr/>
            <p:nvPr/>
          </p:nvSpPr>
          <p:spPr>
            <a:xfrm>
              <a:off x="8313318" y="308658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11803D87-C60A-3D11-567D-99E63017AB14}"/>
              </a:ext>
            </a:extLst>
          </p:cNvPr>
          <p:cNvSpPr/>
          <p:nvPr/>
        </p:nvSpPr>
        <p:spPr>
          <a:xfrm>
            <a:off x="4162753" y="519964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en-US" sz="5400" b="0" cap="none" spc="0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E4147D8-2AB3-CC16-4BBE-1E69723EB51C}"/>
              </a:ext>
            </a:extLst>
          </p:cNvPr>
          <p:cNvSpPr/>
          <p:nvPr/>
        </p:nvSpPr>
        <p:spPr>
          <a:xfrm>
            <a:off x="5427426" y="441753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sz="5400" b="0" cap="none" spc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2F5CE29-0687-8A2C-DD78-00A8411A8EC0}"/>
              </a:ext>
            </a:extLst>
          </p:cNvPr>
          <p:cNvSpPr/>
          <p:nvPr/>
        </p:nvSpPr>
        <p:spPr>
          <a:xfrm>
            <a:off x="6659631" y="441753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endParaRPr lang="en-US" sz="5400" b="0" cap="none" spc="0" dirty="0">
              <a:ln w="0"/>
              <a:solidFill>
                <a:schemeClr val="accent4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87F29BD-6DC6-6E09-E62A-A54A1E9EF064}"/>
              </a:ext>
            </a:extLst>
          </p:cNvPr>
          <p:cNvSpPr/>
          <p:nvPr/>
        </p:nvSpPr>
        <p:spPr>
          <a:xfrm>
            <a:off x="7879989" y="441753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6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endParaRPr lang="en-US" sz="5400" b="0" cap="none" spc="0" dirty="0">
              <a:ln w="0"/>
              <a:solidFill>
                <a:schemeClr val="accent6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DC01BA4-9384-0485-C3EE-74E6C74F8840}"/>
              </a:ext>
            </a:extLst>
          </p:cNvPr>
          <p:cNvSpPr/>
          <p:nvPr/>
        </p:nvSpPr>
        <p:spPr>
          <a:xfrm>
            <a:off x="9139415" y="4417539"/>
            <a:ext cx="599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5400" b="0" cap="none" spc="0" dirty="0">
              <a:ln w="0"/>
              <a:solidFill>
                <a:schemeClr val="accent1">
                  <a:lumMod val="40000"/>
                  <a:lumOff val="6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567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0.00232 L 0.10221 -0.00232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221 -0.00232 L 0.20221 -0.00232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221 -0.00232 L 0.30456 -0.00116 " pathEditMode="relative" rAng="0" ptsTypes="AA">
                                      <p:cBhvr>
                                        <p:cTn id="3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17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500"/>
                            </p:stCondLst>
                            <p:childTnLst>
                              <p:par>
                                <p:cTn id="43" presetID="42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247 -0.00116 L 0.40599 -0.00208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69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7000"/>
                            </p:stCondLst>
                            <p:childTnLst>
                              <p:par>
                                <p:cTn id="50" presetID="42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0599 -0.00208 L 0.50625 -0.00232 " pathEditMode="relative" rAng="0" ptsTypes="AA">
                                      <p:cBhvr>
                                        <p:cTn id="5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13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56" grpId="0" animBg="1"/>
      <p:bldP spid="56" grpId="1" animBg="1"/>
      <p:bldP spid="56" grpId="2" animBg="1"/>
      <p:bldP spid="56" grpId="3" animBg="1"/>
      <p:bldP spid="56" grpId="4" animBg="1"/>
      <p:bldP spid="56" grpId="5" animBg="1"/>
      <p:bldP spid="59" grpId="0"/>
      <p:bldP spid="29" grpId="0"/>
      <p:bldP spid="30" grpId="0"/>
      <p:bldP spid="31" grpId="0"/>
      <p:bldP spid="32" grpId="0"/>
      <p:bldP spid="3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05E17-5D53-DE87-F7C7-072E89D71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Variant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54ED8-C0FB-01B1-9008-92B8A0AFE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Variants can be filtered in numerous ways</a:t>
            </a:r>
          </a:p>
          <a:p>
            <a:pPr lvl="1"/>
            <a:r>
              <a:rPr lang="en-GB" dirty="0"/>
              <a:t>Functional Consequence</a:t>
            </a:r>
          </a:p>
          <a:p>
            <a:pPr lvl="1"/>
            <a:r>
              <a:rPr lang="en-GB" dirty="0"/>
              <a:t>Variant Allele Frequency (VAF)</a:t>
            </a:r>
          </a:p>
          <a:p>
            <a:pPr lvl="1"/>
            <a:r>
              <a:rPr lang="en-GB" dirty="0"/>
              <a:t>Existence in population level databases</a:t>
            </a:r>
          </a:p>
          <a:p>
            <a:pPr lvl="1"/>
            <a:r>
              <a:rPr lang="en-GB" dirty="0"/>
              <a:t>Previous association with the disease</a:t>
            </a:r>
          </a:p>
          <a:p>
            <a:r>
              <a:rPr lang="en-GB" dirty="0"/>
              <a:t>There’s no perfect set of criteria to label something as a TRUE variant</a:t>
            </a:r>
          </a:p>
          <a:p>
            <a:pPr lvl="1"/>
            <a:r>
              <a:rPr lang="en-GB" dirty="0"/>
              <a:t>Filters will depend on your data</a:t>
            </a:r>
          </a:p>
          <a:p>
            <a:pPr lvl="1"/>
            <a:r>
              <a:rPr lang="en-GB" dirty="0"/>
              <a:t>Purity of the samples</a:t>
            </a:r>
          </a:p>
          <a:p>
            <a:pPr lvl="1"/>
            <a:r>
              <a:rPr lang="en-GB" dirty="0"/>
              <a:t>Depth of Sequencing etc …</a:t>
            </a:r>
          </a:p>
          <a:p>
            <a:pPr lvl="1"/>
            <a:endParaRPr lang="en-GB" dirty="0"/>
          </a:p>
          <a:p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849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657F0-0B69-85A6-B900-3B148D14E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BA28A-2FC0-5611-C0BE-8FCA7C71A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Germline mutations are inherited </a:t>
            </a:r>
          </a:p>
          <a:p>
            <a:r>
              <a:rPr lang="en-GB" dirty="0"/>
              <a:t>Somatic mutations occur after conception</a:t>
            </a:r>
          </a:p>
          <a:p>
            <a:r>
              <a:rPr lang="en-GB" dirty="0"/>
              <a:t>Calling somatic variants without a matched normal require additional filtering to remove potential germline calls</a:t>
            </a:r>
          </a:p>
          <a:p>
            <a:r>
              <a:rPr lang="en-GB" dirty="0"/>
              <a:t>Annotation adds additional information and context to your variant calls</a:t>
            </a:r>
          </a:p>
        </p:txBody>
      </p:sp>
    </p:spTree>
    <p:extLst>
      <p:ext uri="{BB962C8B-B14F-4D97-AF65-F5344CB8AC3E}">
        <p14:creationId xmlns:p14="http://schemas.microsoft.com/office/powerpoint/2010/main" val="2287277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680293B847B894989892D174729E62A" ma:contentTypeVersion="14" ma:contentTypeDescription="Create a new document." ma:contentTypeScope="" ma:versionID="7e408140607a72bfb43d521e978b2189">
  <xsd:schema xmlns:xsd="http://www.w3.org/2001/XMLSchema" xmlns:xs="http://www.w3.org/2001/XMLSchema" xmlns:p="http://schemas.microsoft.com/office/2006/metadata/properties" xmlns:ns3="2a46edd2-a00f-4e4f-8bf5-56bbc6af714a" xmlns:ns4="5ee9160e-9829-4316-a6ea-2111eb3c84cb" targetNamespace="http://schemas.microsoft.com/office/2006/metadata/properties" ma:root="true" ma:fieldsID="f7bf8b9908688550626ec0df7252ee7f" ns3:_="" ns4:_="">
    <xsd:import namespace="2a46edd2-a00f-4e4f-8bf5-56bbc6af714a"/>
    <xsd:import namespace="5ee9160e-9829-4316-a6ea-2111eb3c84c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46edd2-a00f-4e4f-8bf5-56bbc6af71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e9160e-9829-4316-a6ea-2111eb3c84c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D03B23E-9F40-45EA-A368-403FDC8955F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F9C084-6E27-413C-957F-F5059F076E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46edd2-a00f-4e4f-8bf5-56bbc6af714a"/>
    <ds:schemaRef ds:uri="5ee9160e-9829-4316-a6ea-2111eb3c84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7F2BF04-72DF-4FA7-91E8-D4D7EB2A7C36}">
  <ds:schemaRefs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  <ds:schemaRef ds:uri="5ee9160e-9829-4316-a6ea-2111eb3c84cb"/>
    <ds:schemaRef ds:uri="2a46edd2-a00f-4e4f-8bf5-56bbc6af714a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1155</TotalTime>
  <Words>1219</Words>
  <Application>Microsoft Office PowerPoint</Application>
  <PresentationFormat>Widescreen</PresentationFormat>
  <Paragraphs>788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Office Theme</vt:lpstr>
      <vt:lpstr>Lecture 2: Variant Calling and Annotation</vt:lpstr>
      <vt:lpstr>Aims</vt:lpstr>
      <vt:lpstr>Variant Calling</vt:lpstr>
      <vt:lpstr>Base Quality Score</vt:lpstr>
      <vt:lpstr>Mapping Quality Score</vt:lpstr>
      <vt:lpstr>Germline/Somatic Variants</vt:lpstr>
      <vt:lpstr>Matched normal control</vt:lpstr>
      <vt:lpstr>Variant calling tools</vt:lpstr>
      <vt:lpstr>Variant annotation</vt:lpstr>
      <vt:lpstr>Annotation databases</vt:lpstr>
      <vt:lpstr>Types of variant</vt:lpstr>
      <vt:lpstr>Types of variant</vt:lpstr>
      <vt:lpstr>Synonymous SNV</vt:lpstr>
      <vt:lpstr>Non-Synonymous SNV</vt:lpstr>
      <vt:lpstr>Non-frameshift deletion</vt:lpstr>
      <vt:lpstr>Non-frameshift insertion</vt:lpstr>
      <vt:lpstr>Frameshift deletion</vt:lpstr>
      <vt:lpstr>Stop gain SNV</vt:lpstr>
      <vt:lpstr>Start gain SNV</vt:lpstr>
      <vt:lpstr>Variant Filtering</vt:lpstr>
      <vt:lpstr>Summary</vt:lpstr>
    </vt:vector>
  </TitlesOfParts>
  <Company>Queen Mary University of London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Introduction to Programming (1h)</dc:title>
  <dc:creator>Findlay Bewicke-Copley</dc:creator>
  <cp:keywords>Select Classification Level, Queen Mary University of London: Open</cp:keywords>
  <cp:lastModifiedBy>Findlay Copley</cp:lastModifiedBy>
  <cp:revision>6</cp:revision>
  <dcterms:created xsi:type="dcterms:W3CDTF">2022-08-01T14:34:01Z</dcterms:created>
  <dcterms:modified xsi:type="dcterms:W3CDTF">2024-11-03T22:28:41Z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6d18197f-9b13-4e7c-bbcf-5ac18e29d366</vt:lpwstr>
  </property>
  <property fmtid="{D5CDD505-2E9C-101B-9397-08002B2CF9AE}" pid="3" name="CLASSIFICATION">
    <vt:lpwstr>Open</vt:lpwstr>
  </property>
  <property fmtid="{D5CDD505-2E9C-101B-9397-08002B2CF9AE}" pid="4" name="ContentTypeId">
    <vt:lpwstr>0x0101005680293B847B894989892D174729E62A</vt:lpwstr>
  </property>
</Properties>
</file>