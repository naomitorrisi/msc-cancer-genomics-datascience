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96"/>
  </p:normalViewPr>
  <p:slideViewPr>
    <p:cSldViewPr snapToGrid="0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67F7-5264-D659-C57F-4C85BD1D0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794D8-A6D6-7AA3-0972-52E677430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1DC66-D59C-6DD2-596D-6932588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3DF87-8CC7-FF62-67BA-5948722B2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F6655-F04F-7368-7317-34DCE316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6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C39B-A86D-CDB4-8A44-14A554F0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DABB-A5BA-214A-C38B-A9D957C4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F4819-A360-F754-807A-71651360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1DDC4-CDDD-D17A-24A0-F2ECF21A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9BD41-C4F5-5A46-5C13-DA4A137E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7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7141-4FFF-2AC0-4E1D-A72D8264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1A55F-982C-698A-132D-5C4A92D69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295F7-D740-0086-FEA8-62A26179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D3B34-85FA-0F3B-86BF-6D5AA1E1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7B39-EF5B-791D-2062-E26382D6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4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7CFE-46A4-6B33-7E93-ED2A3D7C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DF089-E38B-0B1C-6A2C-104A1548A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9BA62-F396-7AD4-88BC-C676A7B95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69715-C1A1-BB44-CEE3-ECB2522E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DBAFF-EA31-B2FE-CC22-2CDD3403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A84F3-EED0-C68F-6E48-6EF5309F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1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3AC3-FB16-8847-112A-D906DC1B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E787F-FA6A-FB7E-9EA1-731276600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3C2F0-C789-3362-3B20-1E401CBEE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934C1-30A6-4DE0-2572-25A4A80E3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7ABC7-3FC6-3EC9-199A-AF00A4C59E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C185D-A9E2-162F-19CF-B3C3474A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683018-F8B2-FF3E-DC5A-E64DFB35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EE841E-9796-2FA9-13D0-1AB4B4F6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9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DAD6-57EE-BB10-3867-1D9B7684F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19223-93B3-05BA-63D0-151A66B1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150A3-5D4E-007D-2100-C59C5E02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156DC-F581-7C60-ABB3-3C91C885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8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2BF690-0D24-9871-AA84-6FDDA353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15E43-1F25-166B-ACF9-37EAF17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B034D-DDCA-FA4D-007B-839E6A6A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DEC4-E68D-54AB-78C5-70C1B8BF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00084-5E53-5917-11A1-155874298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31884-01B8-33CC-A455-B19A9FC72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6C09-2E25-4956-FB3B-113DA08F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33052-7FCD-3823-73D8-5797531E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00226-4AB9-75CE-1C3A-3C9A9029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5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247F-8469-8936-6F1F-6677AF99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9CA18-F049-EAFD-1CA4-86863E428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198C1-32BB-3DC3-EBF5-F97244861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5E7BF-56CB-6D26-A65B-91897953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01807-9BE1-FC33-DDB1-DD4347A6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D4EB0-BF89-FF27-4CC5-F0F03778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7720-6F60-80E8-0A1F-0C42343B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CAE91-0D72-AAEA-7294-243FCFC2A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306F-C6DD-8771-6BF1-A5F1971C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7205F-028C-EC02-4606-ABF3B003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9D7CF-6A11-4EE9-77BD-8278B7A4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7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736E6-1A50-E763-254C-923F29476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87764-AB44-1A96-CA36-D1264F4B2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A6B9D-0A3B-97A2-8792-BAE40082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D5E27-DFB1-6276-BADE-E0148900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BB74C-B899-BF36-5395-4624E56F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666E1-5892-9C7C-9B4A-6B5F8B57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BC9A1-6F3C-39C0-6A51-E28501265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F501E-A89F-2820-C299-50C83548D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BBA9B-C8FD-7245-8D8B-7C20BDF495F5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45508-3906-585E-B041-18BC70DDD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FC7C-FDFB-451C-CCE0-3E5C4BBC7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664E2-60CA-FB49-B030-E824857FE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1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38D7-3B15-755A-179E-7A1B92AEB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discovery and use of cancer biomarkers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7C13C-956B-62F0-761D-56DF4C4FF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Naomi </a:t>
            </a:r>
            <a:r>
              <a:rPr lang="en-US" dirty="0" err="1"/>
              <a:t>Torrisi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4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9B46-EB1A-304C-2558-A55E0AED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1E819-7C55-1C01-2676-661153DB6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CRUK National Biomarker Centre (+ photo of you working in the labs there and the team you were in!!)</a:t>
            </a:r>
          </a:p>
          <a:p>
            <a:r>
              <a:rPr lang="en-US" dirty="0"/>
              <a:t>Range of biomarkers – CTCs, </a:t>
            </a:r>
            <a:r>
              <a:rPr lang="en-US" dirty="0" err="1"/>
              <a:t>cfDNA</a:t>
            </a:r>
            <a:r>
              <a:rPr lang="en-US" dirty="0"/>
              <a:t>, cytokines, </a:t>
            </a:r>
          </a:p>
          <a:p>
            <a:r>
              <a:rPr lang="en-US" dirty="0"/>
              <a:t>Their methods (gold standard and novel) –HDSCA, </a:t>
            </a:r>
            <a:r>
              <a:rPr lang="en-US" dirty="0" err="1"/>
              <a:t>fragmentomics</a:t>
            </a:r>
            <a:r>
              <a:rPr lang="en-US" dirty="0"/>
              <a:t>/mutations</a:t>
            </a:r>
          </a:p>
          <a:p>
            <a:r>
              <a:rPr lang="en-US" dirty="0" err="1"/>
              <a:t>Utilising</a:t>
            </a:r>
            <a:r>
              <a:rPr lang="en-US" dirty="0"/>
              <a:t> them – early detection, drug monitoring, </a:t>
            </a:r>
            <a:r>
              <a:rPr lang="en-US"/>
              <a:t>relapse risk,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1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The discovery and use of cancer biomarkers</vt:lpstr>
      <vt:lpstr>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discovery and use of cancer biomarkers</dc:title>
  <dc:creator>Naomi Torrisi</dc:creator>
  <cp:lastModifiedBy>Naomi Torrisi</cp:lastModifiedBy>
  <cp:revision>1</cp:revision>
  <dcterms:created xsi:type="dcterms:W3CDTF">2025-10-30T02:42:16Z</dcterms:created>
  <dcterms:modified xsi:type="dcterms:W3CDTF">2025-10-30T02:47:46Z</dcterms:modified>
</cp:coreProperties>
</file>